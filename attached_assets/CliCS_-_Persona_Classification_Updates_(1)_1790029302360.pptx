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95" r:id="rId5"/>
    <p:sldId id="2141411901" r:id="rId6"/>
    <p:sldId id="2146846808" r:id="rId7"/>
    <p:sldId id="2146846811" r:id="rId8"/>
    <p:sldId id="2146846821" r:id="rId9"/>
    <p:sldId id="2146846830" r:id="rId10"/>
    <p:sldId id="2146846809" r:id="rId11"/>
    <p:sldId id="2146846831" r:id="rId12"/>
    <p:sldId id="2146846832" r:id="rId13"/>
    <p:sldId id="2146846819" r:id="rId14"/>
    <p:sldId id="2146846813" r:id="rId15"/>
    <p:sldId id="2146846815" r:id="rId16"/>
    <p:sldId id="2146846833" r:id="rId17"/>
    <p:sldId id="2146846810" r:id="rId18"/>
    <p:sldId id="2146846818" r:id="rId19"/>
    <p:sldId id="2146846806" r:id="rId20"/>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1CED1B-A224-1C96-BD7B-B907BE227637}" name="Gaud, Naina" initials="NG" userId="S::Naina.Gaud@msci.com::652e14d1-71a6-43b2-adc2-c2dc0f1ab91e" providerId="AD"/>
  <p188:author id="{746B0F56-951F-34BB-52CE-84C6428A82B5}" name="Heidenblut, Maximiliane" initials="HM" userId="S::maximiliane.heidenblut@msci.com::7f71f013-4aa7-43b7-b122-5b4404429bcb" providerId="AD"/>
  <p188:author id="{99957E65-CC6D-2B01-5888-2939E53D2E53}" name="Robson, Will" initials="WR" userId="S::will.robson@msci.com::2df4d197-7970-4dfe-8822-8b585425b201" providerId="AD"/>
  <p188:author id="{49D09B72-A143-9602-5939-2BCBAD20491B}" name="Kokolis, Alex" initials="" userId="S::Alex.Kokolis@msci.com::01c23046-aa11-4fd5-a8ad-ebbc3a5777a2" providerId="AD"/>
  <p188:author id="{72D9A7B7-F869-3B8B-00EF-6C57A020D60A}" name="Niggli, Theodore" initials="TN" userId="S::theodore.niggli@msci.com::969a0208-6eaa-46a4-b460-17d11f3ec8a7" providerId="AD"/>
  <p188:author id="{2862F8D4-2352-C4AD-1175-09534CBD2C1E}" name="Williamson, Kristin" initials="WK" userId="S::kristin.williamson@msci.com::92aa912a-3c41-46f1-8475-5704eb0c5945" providerId="AD"/>
  <p188:author id="{22B30FDE-916B-516C-188C-613266B9926B}" name="Veerman, Rene" initials="RV" userId="S::Rene.Veerman@msci.com::18b42cf2-aa22-473a-8526-079188361707" providerId="AD"/>
  <p188:author id="{A86317EE-5AB5-E630-1647-7CF6B8934E03}" name="Szarvas, Tamas" initials="TS" userId="S::Tamas.Szarvas@msci.com::4de07aa2-ca1f-4ca5-b9f9-ce2cfb229f29" providerId="AD"/>
  <p188:author id="{8B0173F7-A760-3465-76C9-251395FBE12C}" name="Rogers, Lia" initials="RL" userId="S::lia.rogers@msci.com::1e03aad1-99b0-40a6-98ee-f817d08c95d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iglin, Jeff" initials="SJ" lastIdx="13" clrIdx="0">
    <p:extLst>
      <p:ext uri="{19B8F6BF-5375-455C-9EA6-DF929625EA0E}">
        <p15:presenceInfo xmlns:p15="http://schemas.microsoft.com/office/powerpoint/2012/main" userId="S::Jeffrey.Siglin@msci.com::038dedc6-faec-4ce7-a9ed-05c3d5f0e20d" providerId="AD"/>
      </p:ext>
    </p:extLst>
  </p:cmAuthor>
  <p:cmAuthor id="2" name="Kim, Judy" initials="KJ" lastIdx="13" clrIdx="1">
    <p:extLst>
      <p:ext uri="{19B8F6BF-5375-455C-9EA6-DF929625EA0E}">
        <p15:presenceInfo xmlns:p15="http://schemas.microsoft.com/office/powerpoint/2012/main" userId="S::judy.kim@msci.com::40c75792-1f91-4eee-a5f9-703c59119d9c" providerId="AD"/>
      </p:ext>
    </p:extLst>
  </p:cmAuthor>
  <p:cmAuthor id="3" name="Warrick, Sheldon" initials="WS" lastIdx="3" clrIdx="2">
    <p:extLst>
      <p:ext uri="{19B8F6BF-5375-455C-9EA6-DF929625EA0E}">
        <p15:presenceInfo xmlns:p15="http://schemas.microsoft.com/office/powerpoint/2012/main" userId="S::sheldon.warrick@msci.com::f23c3196-4d39-4299-974b-77fddfbf40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CC3642-3620-4153-883C-58E502FBA638}" v="1" dt="2026-07-22T12:08:34.0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066" autoAdjust="0"/>
  </p:normalViewPr>
  <p:slideViewPr>
    <p:cSldViewPr snapToGrid="0">
      <p:cViewPr varScale="1">
        <p:scale>
          <a:sx n="109" d="100"/>
          <a:sy n="109" d="100"/>
        </p:scale>
        <p:origin x="102" y="39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1E52C5D4-7F68-4806-87F3-FC59835FD49C}" type="datetimeFigureOut">
              <a:rPr lang="en-US" smtClean="0"/>
              <a:t>8/19/2026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3EA61396-36FD-48CE-AA33-254DCEFF715C}" type="slidenum">
              <a:rPr lang="en-US" smtClean="0"/>
              <a:t>‹#›</a:t>
            </a:fld>
            <a:endParaRPr lang="en-US"/>
          </a:p>
        </p:txBody>
      </p:sp>
    </p:spTree>
    <p:extLst>
      <p:ext uri="{BB962C8B-B14F-4D97-AF65-F5344CB8AC3E}">
        <p14:creationId xmlns:p14="http://schemas.microsoft.com/office/powerpoint/2010/main" val="1342778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A61396-36FD-48CE-AA33-254DCEFF715C}" type="slidenum">
              <a:rPr lang="en-US" smtClean="0"/>
              <a:t>6</a:t>
            </a:fld>
            <a:endParaRPr lang="en-US"/>
          </a:p>
        </p:txBody>
      </p:sp>
    </p:spTree>
    <p:extLst>
      <p:ext uri="{BB962C8B-B14F-4D97-AF65-F5344CB8AC3E}">
        <p14:creationId xmlns:p14="http://schemas.microsoft.com/office/powerpoint/2010/main" val="3572012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A61396-36FD-48CE-AA33-254DCEFF715C}" type="slidenum">
              <a:rPr lang="en-US" smtClean="0"/>
              <a:t>7</a:t>
            </a:fld>
            <a:endParaRPr lang="en-US"/>
          </a:p>
        </p:txBody>
      </p:sp>
    </p:spTree>
    <p:extLst>
      <p:ext uri="{BB962C8B-B14F-4D97-AF65-F5344CB8AC3E}">
        <p14:creationId xmlns:p14="http://schemas.microsoft.com/office/powerpoint/2010/main" val="4088503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383D4-F284-4355-6BA2-5270DDAB3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405A35-D259-A006-6740-953BEDBE1D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5AEC5-14CF-7FDA-54AB-0AE1EADEE6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278249-C1FB-CFC9-259E-E28235F7B2D2}"/>
              </a:ext>
            </a:extLst>
          </p:cNvPr>
          <p:cNvSpPr>
            <a:spLocks noGrp="1"/>
          </p:cNvSpPr>
          <p:nvPr>
            <p:ph type="sldNum" sz="quarter" idx="5"/>
          </p:nvPr>
        </p:nvSpPr>
        <p:spPr/>
        <p:txBody>
          <a:bodyPr/>
          <a:lstStyle/>
          <a:p>
            <a:fld id="{3EA61396-36FD-48CE-AA33-254DCEFF715C}" type="slidenum">
              <a:rPr lang="en-US" smtClean="0"/>
              <a:t>8</a:t>
            </a:fld>
            <a:endParaRPr lang="en-US"/>
          </a:p>
        </p:txBody>
      </p:sp>
    </p:spTree>
    <p:extLst>
      <p:ext uri="{BB962C8B-B14F-4D97-AF65-F5344CB8AC3E}">
        <p14:creationId xmlns:p14="http://schemas.microsoft.com/office/powerpoint/2010/main" val="2679417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6F95D-E524-58E7-7A6C-680C06016F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22ADC-AF49-3D86-047D-79221981D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C5220-3DC6-693E-D216-0B482AF8EF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81ACC7-8F7B-BC7B-EABC-08DA9A642D93}"/>
              </a:ext>
            </a:extLst>
          </p:cNvPr>
          <p:cNvSpPr>
            <a:spLocks noGrp="1"/>
          </p:cNvSpPr>
          <p:nvPr>
            <p:ph type="sldNum" sz="quarter" idx="5"/>
          </p:nvPr>
        </p:nvSpPr>
        <p:spPr/>
        <p:txBody>
          <a:bodyPr/>
          <a:lstStyle/>
          <a:p>
            <a:fld id="{3EA61396-36FD-48CE-AA33-254DCEFF715C}" type="slidenum">
              <a:rPr lang="en-US" smtClean="0"/>
              <a:t>9</a:t>
            </a:fld>
            <a:endParaRPr lang="en-US"/>
          </a:p>
        </p:txBody>
      </p:sp>
    </p:spTree>
    <p:extLst>
      <p:ext uri="{BB962C8B-B14F-4D97-AF65-F5344CB8AC3E}">
        <p14:creationId xmlns:p14="http://schemas.microsoft.com/office/powerpoint/2010/main" val="21708633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Cover_option 1">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AD6220C6-5EEB-8342-A09D-8F9FF052FD81}"/>
              </a:ext>
            </a:extLst>
          </p:cNvPr>
          <p:cNvSpPr/>
          <p:nvPr/>
        </p:nvSpPr>
        <p:spPr>
          <a:xfrm>
            <a:off x="71439" y="71438"/>
            <a:ext cx="9001125" cy="5000625"/>
          </a:xfrm>
          <a:custGeom>
            <a:avLst/>
            <a:gdLst/>
            <a:ahLst/>
            <a:cxnLst/>
            <a:rect l="l" t="t" r="r" b="b"/>
            <a:pathLst>
              <a:path w="14401800" h="8001000">
                <a:moveTo>
                  <a:pt x="0" y="8001000"/>
                </a:moveTo>
                <a:lnTo>
                  <a:pt x="14401800" y="8001000"/>
                </a:lnTo>
                <a:lnTo>
                  <a:pt x="14401800" y="0"/>
                </a:lnTo>
                <a:lnTo>
                  <a:pt x="0" y="0"/>
                </a:lnTo>
                <a:lnTo>
                  <a:pt x="0" y="8001000"/>
                </a:lnTo>
                <a:close/>
              </a:path>
            </a:pathLst>
          </a:custGeom>
          <a:solidFill>
            <a:schemeClr val="tx1"/>
          </a:solidFill>
        </p:spPr>
        <p:txBody>
          <a:bodyPr wrap="square" lIns="0" tIns="0" rIns="0" bIns="0" rtlCol="0"/>
          <a:lstStyle/>
          <a:p>
            <a:endParaRPr sz="937"/>
          </a:p>
        </p:txBody>
      </p:sp>
      <p:sp>
        <p:nvSpPr>
          <p:cNvPr id="6" name="Rectangle 5">
            <a:extLst>
              <a:ext uri="{FF2B5EF4-FFF2-40B4-BE49-F238E27FC236}">
                <a16:creationId xmlns:a16="http://schemas.microsoft.com/office/drawing/2014/main" id="{B9C6538A-7D16-434A-B207-C835B6123132}"/>
              </a:ext>
            </a:extLst>
          </p:cNvPr>
          <p:cNvSpPr/>
          <p:nvPr/>
        </p:nvSpPr>
        <p:spPr>
          <a:xfrm>
            <a:off x="449088" y="2818967"/>
            <a:ext cx="866885" cy="894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49"/>
          </a:p>
        </p:txBody>
      </p:sp>
      <p:sp>
        <p:nvSpPr>
          <p:cNvPr id="25" name="Title 24">
            <a:extLst>
              <a:ext uri="{FF2B5EF4-FFF2-40B4-BE49-F238E27FC236}">
                <a16:creationId xmlns:a16="http://schemas.microsoft.com/office/drawing/2014/main" id="{D819790F-5096-B54E-A9AF-A1619D5976C1}"/>
              </a:ext>
            </a:extLst>
          </p:cNvPr>
          <p:cNvSpPr>
            <a:spLocks noGrp="1"/>
          </p:cNvSpPr>
          <p:nvPr>
            <p:ph type="title" hasCustomPrompt="1"/>
          </p:nvPr>
        </p:nvSpPr>
        <p:spPr>
          <a:xfrm>
            <a:off x="360267" y="1255923"/>
            <a:ext cx="5092725" cy="1573079"/>
          </a:xfrm>
        </p:spPr>
        <p:txBody>
          <a:bodyPr anchor="b"/>
          <a:lstStyle>
            <a:lvl1pPr>
              <a:defRPr sz="3600">
                <a:solidFill>
                  <a:schemeClr val="bg1"/>
                </a:solidFill>
              </a:defRPr>
            </a:lvl1pPr>
          </a:lstStyle>
          <a:p>
            <a:r>
              <a:rPr lang="en-GB"/>
              <a:t>Presentation title slide</a:t>
            </a:r>
            <a:endParaRPr lang="en-US"/>
          </a:p>
        </p:txBody>
      </p:sp>
      <p:pic>
        <p:nvPicPr>
          <p:cNvPr id="12" name="Picture 11">
            <a:extLst>
              <a:ext uri="{FF2B5EF4-FFF2-40B4-BE49-F238E27FC236}">
                <a16:creationId xmlns:a16="http://schemas.microsoft.com/office/drawing/2014/main" id="{F16A9152-8F7D-4728-BF47-93AF5337143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481639" y="71438"/>
            <a:ext cx="3590924" cy="4933950"/>
          </a:xfrm>
          <a:prstGeom prst="rect">
            <a:avLst/>
          </a:prstGeom>
        </p:spPr>
      </p:pic>
      <p:sp>
        <p:nvSpPr>
          <p:cNvPr id="15" name="Text Placeholder 28">
            <a:extLst>
              <a:ext uri="{FF2B5EF4-FFF2-40B4-BE49-F238E27FC236}">
                <a16:creationId xmlns:a16="http://schemas.microsoft.com/office/drawing/2014/main" id="{BECAAB32-F09F-B949-A657-711581412CFB}"/>
              </a:ext>
            </a:extLst>
          </p:cNvPr>
          <p:cNvSpPr>
            <a:spLocks noGrp="1"/>
          </p:cNvSpPr>
          <p:nvPr>
            <p:ph type="body" sz="quarter" idx="15" hasCustomPrompt="1"/>
          </p:nvPr>
        </p:nvSpPr>
        <p:spPr>
          <a:xfrm>
            <a:off x="360268" y="4226271"/>
            <a:ext cx="5803106" cy="375496"/>
          </a:xfrm>
        </p:spPr>
        <p:txBody>
          <a:bodyPr anchor="b">
            <a:normAutofit/>
          </a:bodyPr>
          <a:lstStyle>
            <a:lvl1pPr marL="0" indent="0">
              <a:buNone/>
              <a:defRPr sz="1200" b="1">
                <a:solidFill>
                  <a:schemeClr val="bg1"/>
                </a:solidFill>
              </a:defRPr>
            </a:lvl1pPr>
            <a:lvl2pPr marL="342917" indent="0">
              <a:buNone/>
              <a:defRPr b="1"/>
            </a:lvl2pPr>
            <a:lvl3pPr marL="685832" indent="0">
              <a:buNone/>
              <a:defRPr b="1"/>
            </a:lvl3pPr>
            <a:lvl4pPr marL="1028749" indent="0">
              <a:buNone/>
              <a:defRPr b="1"/>
            </a:lvl4pPr>
            <a:lvl5pPr marL="1371665" indent="0">
              <a:buNone/>
              <a:defRPr b="1"/>
            </a:lvl5pPr>
          </a:lstStyle>
          <a:p>
            <a:pPr lvl="0"/>
            <a:r>
              <a:rPr lang="en-GB"/>
              <a:t>Date</a:t>
            </a:r>
            <a:endParaRPr lang="en-US"/>
          </a:p>
        </p:txBody>
      </p:sp>
      <p:sp>
        <p:nvSpPr>
          <p:cNvPr id="16" name="Text Placeholder 30">
            <a:extLst>
              <a:ext uri="{FF2B5EF4-FFF2-40B4-BE49-F238E27FC236}">
                <a16:creationId xmlns:a16="http://schemas.microsoft.com/office/drawing/2014/main" id="{99AFD9C9-959B-A24B-A6A9-A946AC7AB0CF}"/>
              </a:ext>
            </a:extLst>
          </p:cNvPr>
          <p:cNvSpPr>
            <a:spLocks noGrp="1"/>
          </p:cNvSpPr>
          <p:nvPr>
            <p:ph type="body" sz="quarter" idx="16" hasCustomPrompt="1"/>
          </p:nvPr>
        </p:nvSpPr>
        <p:spPr>
          <a:xfrm>
            <a:off x="360268" y="3938431"/>
            <a:ext cx="5803600" cy="287840"/>
          </a:xfrm>
        </p:spPr>
        <p:txBody>
          <a:bodyPr anchor="b">
            <a:noAutofit/>
          </a:bodyPr>
          <a:lstStyle>
            <a:lvl1pPr marL="0" marR="0" indent="0" algn="l" defTabSz="685832" rtl="0" eaLnBrk="1" fontAlgn="auto" latinLnBrk="0" hangingPunct="1">
              <a:lnSpc>
                <a:spcPct val="100000"/>
              </a:lnSpc>
              <a:spcBef>
                <a:spcPts val="450"/>
              </a:spcBef>
              <a:spcAft>
                <a:spcPts val="0"/>
              </a:spcAft>
              <a:buClr>
                <a:srgbClr val="7692DD"/>
              </a:buClr>
              <a:buSzPct val="125000"/>
              <a:buFont typeface="Arial" panose="020B0604020202020204" pitchFamily="34" charset="0"/>
              <a:buNone/>
              <a:tabLst/>
              <a:defRPr sz="1200" b="1">
                <a:solidFill>
                  <a:srgbClr val="5987DA"/>
                </a:solidFill>
              </a:defRPr>
            </a:lvl1pPr>
            <a:lvl2pPr marL="342917" indent="0">
              <a:buNone/>
              <a:defRPr sz="1349" b="1">
                <a:solidFill>
                  <a:srgbClr val="7692DD"/>
                </a:solidFill>
              </a:defRPr>
            </a:lvl2pPr>
            <a:lvl3pPr marL="685832" indent="0">
              <a:buNone/>
              <a:defRPr sz="1349" b="1">
                <a:solidFill>
                  <a:srgbClr val="7692DD"/>
                </a:solidFill>
              </a:defRPr>
            </a:lvl3pPr>
            <a:lvl4pPr marL="1028749" indent="0">
              <a:buNone/>
              <a:defRPr sz="1349" b="1">
                <a:solidFill>
                  <a:srgbClr val="7692DD"/>
                </a:solidFill>
              </a:defRPr>
            </a:lvl4pPr>
            <a:lvl5pPr marL="1371665" indent="0">
              <a:buNone/>
              <a:defRPr sz="1349" b="1">
                <a:solidFill>
                  <a:srgbClr val="7692DD"/>
                </a:solidFill>
              </a:defRPr>
            </a:lvl5pPr>
          </a:lstStyle>
          <a:p>
            <a:pPr marL="0" marR="0" lvl="0" indent="0" algn="l" defTabSz="685832" rtl="0" eaLnBrk="1" fontAlgn="auto" latinLnBrk="0" hangingPunct="1">
              <a:lnSpc>
                <a:spcPct val="95000"/>
              </a:lnSpc>
              <a:spcBef>
                <a:spcPts val="750"/>
              </a:spcBef>
              <a:spcAft>
                <a:spcPts val="0"/>
              </a:spcAft>
              <a:buClr>
                <a:srgbClr val="7692DD"/>
              </a:buClr>
              <a:buSzPct val="125000"/>
              <a:buFont typeface="Arial" panose="020B0604020202020204" pitchFamily="34" charset="0"/>
              <a:buNone/>
              <a:tabLst/>
              <a:defRPr/>
            </a:pPr>
            <a:r>
              <a:rPr lang="en-GB"/>
              <a:t>Presented by</a:t>
            </a:r>
            <a:endParaRPr lang="en-US"/>
          </a:p>
        </p:txBody>
      </p:sp>
      <p:sp>
        <p:nvSpPr>
          <p:cNvPr id="17" name="Text Placeholder 30">
            <a:extLst>
              <a:ext uri="{FF2B5EF4-FFF2-40B4-BE49-F238E27FC236}">
                <a16:creationId xmlns:a16="http://schemas.microsoft.com/office/drawing/2014/main" id="{2055ED05-FE94-514F-9B4F-4FF0E4E8FE6D}"/>
              </a:ext>
            </a:extLst>
          </p:cNvPr>
          <p:cNvSpPr>
            <a:spLocks noGrp="1"/>
          </p:cNvSpPr>
          <p:nvPr>
            <p:ph type="body" sz="quarter" idx="17" hasCustomPrompt="1"/>
          </p:nvPr>
        </p:nvSpPr>
        <p:spPr>
          <a:xfrm>
            <a:off x="360268" y="3650591"/>
            <a:ext cx="5803600" cy="287840"/>
          </a:xfrm>
        </p:spPr>
        <p:txBody>
          <a:bodyPr anchor="b">
            <a:noAutofit/>
          </a:bodyPr>
          <a:lstStyle>
            <a:lvl1pPr marL="0" marR="0" indent="0" algn="l" defTabSz="685832" rtl="0" eaLnBrk="1" fontAlgn="auto" latinLnBrk="0" hangingPunct="1">
              <a:lnSpc>
                <a:spcPct val="100000"/>
              </a:lnSpc>
              <a:spcBef>
                <a:spcPts val="450"/>
              </a:spcBef>
              <a:spcAft>
                <a:spcPts val="0"/>
              </a:spcAft>
              <a:buClr>
                <a:srgbClr val="7692DD"/>
              </a:buClr>
              <a:buSzPct val="125000"/>
              <a:buFont typeface="Arial" panose="020B0604020202020204" pitchFamily="34" charset="0"/>
              <a:buNone/>
              <a:tabLst/>
              <a:defRPr sz="1200" b="1">
                <a:solidFill>
                  <a:srgbClr val="5987DA"/>
                </a:solidFill>
              </a:defRPr>
            </a:lvl1pPr>
            <a:lvl2pPr marL="342917" indent="0">
              <a:buNone/>
              <a:defRPr sz="1349" b="1">
                <a:solidFill>
                  <a:srgbClr val="7692DD"/>
                </a:solidFill>
              </a:defRPr>
            </a:lvl2pPr>
            <a:lvl3pPr marL="685832" indent="0">
              <a:buNone/>
              <a:defRPr sz="1349" b="1">
                <a:solidFill>
                  <a:srgbClr val="7692DD"/>
                </a:solidFill>
              </a:defRPr>
            </a:lvl3pPr>
            <a:lvl4pPr marL="1028749" indent="0">
              <a:buNone/>
              <a:defRPr sz="1349" b="1">
                <a:solidFill>
                  <a:srgbClr val="7692DD"/>
                </a:solidFill>
              </a:defRPr>
            </a:lvl4pPr>
            <a:lvl5pPr marL="1371665" indent="0">
              <a:buNone/>
              <a:defRPr sz="1349" b="1">
                <a:solidFill>
                  <a:srgbClr val="7692DD"/>
                </a:solidFill>
              </a:defRPr>
            </a:lvl5pPr>
          </a:lstStyle>
          <a:p>
            <a:pPr lvl="0"/>
            <a:r>
              <a:rPr lang="en-GB"/>
              <a:t>Presented to</a:t>
            </a:r>
          </a:p>
        </p:txBody>
      </p:sp>
      <p:sp>
        <p:nvSpPr>
          <p:cNvPr id="18" name="Text Placeholder 30">
            <a:extLst>
              <a:ext uri="{FF2B5EF4-FFF2-40B4-BE49-F238E27FC236}">
                <a16:creationId xmlns:a16="http://schemas.microsoft.com/office/drawing/2014/main" id="{E14525C2-4418-7A45-AB45-0C8CDEFB43AD}"/>
              </a:ext>
            </a:extLst>
          </p:cNvPr>
          <p:cNvSpPr>
            <a:spLocks noGrp="1"/>
          </p:cNvSpPr>
          <p:nvPr>
            <p:ph type="body" sz="quarter" idx="18" hasCustomPrompt="1"/>
          </p:nvPr>
        </p:nvSpPr>
        <p:spPr>
          <a:xfrm>
            <a:off x="360268" y="2908433"/>
            <a:ext cx="5803600" cy="742158"/>
          </a:xfrm>
        </p:spPr>
        <p:txBody>
          <a:bodyPr anchor="t">
            <a:noAutofit/>
          </a:bodyPr>
          <a:lstStyle>
            <a:lvl1pPr marL="0" marR="0" indent="0" algn="l" defTabSz="685832" rtl="0" eaLnBrk="1" fontAlgn="auto" latinLnBrk="0" hangingPunct="1">
              <a:lnSpc>
                <a:spcPct val="100000"/>
              </a:lnSpc>
              <a:spcBef>
                <a:spcPts val="450"/>
              </a:spcBef>
              <a:spcAft>
                <a:spcPts val="0"/>
              </a:spcAft>
              <a:buClr>
                <a:srgbClr val="7692DD"/>
              </a:buClr>
              <a:buSzPct val="125000"/>
              <a:buFont typeface="Arial" panose="020B0604020202020204" pitchFamily="34" charset="0"/>
              <a:buNone/>
              <a:tabLst/>
              <a:defRPr sz="1800" b="1" i="0" cap="all" baseline="0">
                <a:solidFill>
                  <a:srgbClr val="5987DA"/>
                </a:solidFill>
              </a:defRPr>
            </a:lvl1pPr>
            <a:lvl2pPr marL="342917" indent="0">
              <a:buNone/>
              <a:defRPr sz="1349" b="1">
                <a:solidFill>
                  <a:srgbClr val="7692DD"/>
                </a:solidFill>
              </a:defRPr>
            </a:lvl2pPr>
            <a:lvl3pPr marL="685832" indent="0">
              <a:buNone/>
              <a:defRPr sz="1349" b="1">
                <a:solidFill>
                  <a:srgbClr val="7692DD"/>
                </a:solidFill>
              </a:defRPr>
            </a:lvl3pPr>
            <a:lvl4pPr marL="1028749" indent="0">
              <a:buNone/>
              <a:defRPr sz="1349" b="1">
                <a:solidFill>
                  <a:srgbClr val="7692DD"/>
                </a:solidFill>
              </a:defRPr>
            </a:lvl4pPr>
            <a:lvl5pPr marL="1371665" indent="0">
              <a:buNone/>
              <a:defRPr sz="1349" b="1">
                <a:solidFill>
                  <a:srgbClr val="7692DD"/>
                </a:solidFill>
              </a:defRPr>
            </a:lvl5pPr>
          </a:lstStyle>
          <a:p>
            <a:pPr lvl="0"/>
            <a:r>
              <a:rPr lang="en-GB"/>
              <a:t>SUBTITLE</a:t>
            </a:r>
          </a:p>
        </p:txBody>
      </p:sp>
      <p:sp>
        <p:nvSpPr>
          <p:cNvPr id="11" name="TextBox 10">
            <a:extLst>
              <a:ext uri="{FF2B5EF4-FFF2-40B4-BE49-F238E27FC236}">
                <a16:creationId xmlns:a16="http://schemas.microsoft.com/office/drawing/2014/main" id="{FB9B507F-DCAB-43D8-815C-2F51D575AAE2}"/>
              </a:ext>
            </a:extLst>
          </p:cNvPr>
          <p:cNvSpPr txBox="1"/>
          <p:nvPr/>
        </p:nvSpPr>
        <p:spPr>
          <a:xfrm>
            <a:off x="6048952" y="4847839"/>
            <a:ext cx="2987785" cy="184593"/>
          </a:xfrm>
          <a:prstGeom prst="rect">
            <a:avLst/>
          </a:prstGeom>
          <a:noFill/>
        </p:spPr>
        <p:txBody>
          <a:bodyPr wrap="none" lIns="0" tIns="0" rIns="0" bIns="0" rtlCol="0">
            <a:noAutofit/>
          </a:bodyPr>
          <a:lstStyle/>
          <a:p>
            <a:pPr marL="0" marR="0" indent="0" algn="r" defTabSz="457189" rtl="0" eaLnBrk="1" fontAlgn="auto" latinLnBrk="0" hangingPunct="1">
              <a:lnSpc>
                <a:spcPct val="100000"/>
              </a:lnSpc>
              <a:spcBef>
                <a:spcPts val="0"/>
              </a:spcBef>
              <a:spcAft>
                <a:spcPts val="0"/>
              </a:spcAft>
              <a:buClrTx/>
              <a:buSzTx/>
              <a:buFontTx/>
              <a:buNone/>
              <a:tabLst/>
              <a:defRPr/>
            </a:pPr>
            <a:r>
              <a:rPr lang="en-GB" sz="600" b="0" i="0" u="none" strike="noStrike" kern="1200" baseline="0">
                <a:solidFill>
                  <a:schemeClr val="bg1"/>
                </a:solidFill>
                <a:latin typeface="Roboto" pitchFamily="2" charset="0"/>
                <a:ea typeface="Roboto" pitchFamily="2" charset="0"/>
                <a:cs typeface="+mn-cs"/>
              </a:rPr>
              <a:t>© 2021 MSCI Inc. All rights reserved. </a:t>
            </a:r>
          </a:p>
          <a:p>
            <a:pPr marL="0" marR="0" indent="0" algn="r" defTabSz="457189" rtl="0" eaLnBrk="1" fontAlgn="auto" latinLnBrk="0" hangingPunct="1">
              <a:lnSpc>
                <a:spcPct val="100000"/>
              </a:lnSpc>
              <a:spcBef>
                <a:spcPts val="0"/>
              </a:spcBef>
              <a:spcAft>
                <a:spcPts val="0"/>
              </a:spcAft>
              <a:buClrTx/>
              <a:buSzTx/>
              <a:buFontTx/>
              <a:buNone/>
              <a:tabLst/>
              <a:defRPr/>
            </a:pPr>
            <a:r>
              <a:rPr lang="en-GB" sz="600" b="0" i="0" u="none" strike="noStrike" kern="1200" baseline="0">
                <a:solidFill>
                  <a:schemeClr val="bg1"/>
                </a:solidFill>
                <a:latin typeface="Roboto" pitchFamily="2" charset="0"/>
                <a:ea typeface="Roboto" pitchFamily="2" charset="0"/>
                <a:cs typeface="+mn-cs"/>
              </a:rPr>
              <a:t>Please refer to the disclaimer at the end of this document.</a:t>
            </a:r>
          </a:p>
        </p:txBody>
      </p:sp>
      <p:grpSp>
        <p:nvGrpSpPr>
          <p:cNvPr id="13" name="Graphic 11">
            <a:extLst>
              <a:ext uri="{FF2B5EF4-FFF2-40B4-BE49-F238E27FC236}">
                <a16:creationId xmlns:a16="http://schemas.microsoft.com/office/drawing/2014/main" id="{1FC6BCF4-8342-1547-94B9-773E37D085C8}"/>
              </a:ext>
            </a:extLst>
          </p:cNvPr>
          <p:cNvGrpSpPr>
            <a:grpSpLocks noChangeAspect="1"/>
          </p:cNvGrpSpPr>
          <p:nvPr/>
        </p:nvGrpSpPr>
        <p:grpSpPr>
          <a:xfrm>
            <a:off x="242615" y="198894"/>
            <a:ext cx="1080000" cy="288138"/>
            <a:chOff x="5925389" y="-67473"/>
            <a:chExt cx="1453278" cy="387715"/>
          </a:xfrm>
          <a:solidFill>
            <a:schemeClr val="bg1"/>
          </a:solidFill>
        </p:grpSpPr>
        <p:sp>
          <p:nvSpPr>
            <p:cNvPr id="14" name="Freeform 13">
              <a:extLst>
                <a:ext uri="{FF2B5EF4-FFF2-40B4-BE49-F238E27FC236}">
                  <a16:creationId xmlns:a16="http://schemas.microsoft.com/office/drawing/2014/main" id="{683BFC83-0CD7-6244-9C46-90D048D0B57B}"/>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grpFill/>
            <a:ln w="1819"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DDDD7F9F-0B4A-8246-96BB-805CA703F741}"/>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grpFill/>
            <a:ln w="1819"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1ECE9D35-3F6F-7B44-9239-C4AC5B5C7C2D}"/>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grpFill/>
            <a:ln w="1819"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E5325B4A-CD8B-5144-9870-5F8CEFEA43AA}"/>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grpFill/>
            <a:ln w="1819"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369F6200-ABA5-0A47-8750-D455C25F682D}"/>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grpFill/>
            <a:ln w="1819" cap="flat">
              <a:noFill/>
              <a:prstDash val="solid"/>
              <a:miter/>
            </a:ln>
          </p:spPr>
          <p:txBody>
            <a:bodyPr rtlCol="0" anchor="ctr"/>
            <a:lstStyle/>
            <a:p>
              <a:endParaRPr lang="en-US"/>
            </a:p>
          </p:txBody>
        </p:sp>
      </p:grpSp>
    </p:spTree>
    <p:extLst>
      <p:ext uri="{BB962C8B-B14F-4D97-AF65-F5344CB8AC3E}">
        <p14:creationId xmlns:p14="http://schemas.microsoft.com/office/powerpoint/2010/main" val="687766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Divider_option1">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AD6220C6-5EEB-8342-A09D-8F9FF052FD81}"/>
              </a:ext>
            </a:extLst>
          </p:cNvPr>
          <p:cNvSpPr/>
          <p:nvPr/>
        </p:nvSpPr>
        <p:spPr>
          <a:xfrm>
            <a:off x="71439" y="71438"/>
            <a:ext cx="9001125" cy="5000625"/>
          </a:xfrm>
          <a:custGeom>
            <a:avLst/>
            <a:gdLst/>
            <a:ahLst/>
            <a:cxnLst/>
            <a:rect l="l" t="t" r="r" b="b"/>
            <a:pathLst>
              <a:path w="14401800" h="8001000">
                <a:moveTo>
                  <a:pt x="0" y="8001000"/>
                </a:moveTo>
                <a:lnTo>
                  <a:pt x="14401800" y="8001000"/>
                </a:lnTo>
                <a:lnTo>
                  <a:pt x="14401800" y="0"/>
                </a:lnTo>
                <a:lnTo>
                  <a:pt x="0" y="0"/>
                </a:lnTo>
                <a:lnTo>
                  <a:pt x="0" y="8001000"/>
                </a:lnTo>
                <a:close/>
              </a:path>
            </a:pathLst>
          </a:custGeom>
          <a:solidFill>
            <a:srgbClr val="7692DD"/>
          </a:solidFill>
        </p:spPr>
        <p:txBody>
          <a:bodyPr wrap="square" lIns="0" tIns="0" rIns="0" bIns="0" rtlCol="0"/>
          <a:lstStyle/>
          <a:p>
            <a:endParaRPr sz="937"/>
          </a:p>
        </p:txBody>
      </p:sp>
      <p:pic>
        <p:nvPicPr>
          <p:cNvPr id="3" name="Picture 2">
            <a:extLst>
              <a:ext uri="{FF2B5EF4-FFF2-40B4-BE49-F238E27FC236}">
                <a16:creationId xmlns:a16="http://schemas.microsoft.com/office/drawing/2014/main" id="{E9F65675-03E2-E948-94AE-A17349FCCD7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481639" y="71438"/>
            <a:ext cx="3590924" cy="4933950"/>
          </a:xfrm>
          <a:prstGeom prst="rect">
            <a:avLst/>
          </a:prstGeom>
        </p:spPr>
      </p:pic>
      <p:sp>
        <p:nvSpPr>
          <p:cNvPr id="6" name="Rectangle 5">
            <a:extLst>
              <a:ext uri="{FF2B5EF4-FFF2-40B4-BE49-F238E27FC236}">
                <a16:creationId xmlns:a16="http://schemas.microsoft.com/office/drawing/2014/main" id="{B9C6538A-7D16-434A-B207-C835B6123132}"/>
              </a:ext>
            </a:extLst>
          </p:cNvPr>
          <p:cNvSpPr/>
          <p:nvPr/>
        </p:nvSpPr>
        <p:spPr>
          <a:xfrm>
            <a:off x="457157" y="3588145"/>
            <a:ext cx="866885" cy="894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49"/>
          </a:p>
        </p:txBody>
      </p:sp>
      <p:sp>
        <p:nvSpPr>
          <p:cNvPr id="25" name="Title 24">
            <a:extLst>
              <a:ext uri="{FF2B5EF4-FFF2-40B4-BE49-F238E27FC236}">
                <a16:creationId xmlns:a16="http://schemas.microsoft.com/office/drawing/2014/main" id="{D819790F-5096-B54E-A9AF-A1619D5976C1}"/>
              </a:ext>
            </a:extLst>
          </p:cNvPr>
          <p:cNvSpPr>
            <a:spLocks noGrp="1"/>
          </p:cNvSpPr>
          <p:nvPr>
            <p:ph type="title" hasCustomPrompt="1"/>
          </p:nvPr>
        </p:nvSpPr>
        <p:spPr>
          <a:xfrm>
            <a:off x="360339" y="2027033"/>
            <a:ext cx="8214125" cy="1573079"/>
          </a:xfrm>
        </p:spPr>
        <p:txBody>
          <a:bodyPr anchor="b"/>
          <a:lstStyle>
            <a:lvl1pPr>
              <a:defRPr sz="3600">
                <a:solidFill>
                  <a:schemeClr val="bg1"/>
                </a:solidFill>
              </a:defRPr>
            </a:lvl1pPr>
          </a:lstStyle>
          <a:p>
            <a:r>
              <a:rPr lang="en-GB"/>
              <a:t>Divider slide</a:t>
            </a:r>
            <a:endParaRPr lang="en-US"/>
          </a:p>
        </p:txBody>
      </p:sp>
      <p:sp>
        <p:nvSpPr>
          <p:cNvPr id="8" name="Text Placeholder 7">
            <a:extLst>
              <a:ext uri="{FF2B5EF4-FFF2-40B4-BE49-F238E27FC236}">
                <a16:creationId xmlns:a16="http://schemas.microsoft.com/office/drawing/2014/main" id="{27A48556-6DEE-2741-9D26-1CAF28E2E40E}"/>
              </a:ext>
            </a:extLst>
          </p:cNvPr>
          <p:cNvSpPr>
            <a:spLocks noGrp="1"/>
          </p:cNvSpPr>
          <p:nvPr>
            <p:ph type="body" sz="quarter" idx="11" hasCustomPrompt="1"/>
          </p:nvPr>
        </p:nvSpPr>
        <p:spPr>
          <a:xfrm>
            <a:off x="360337" y="3823410"/>
            <a:ext cx="8214125" cy="597694"/>
          </a:xfrm>
        </p:spPr>
        <p:txBody>
          <a:bodyPr>
            <a:noAutofit/>
          </a:bodyPr>
          <a:lstStyle>
            <a:lvl1pPr marL="0" indent="0">
              <a:buFont typeface="Arial" panose="020B0604020202020204" pitchFamily="34" charset="0"/>
              <a:buNone/>
              <a:defRPr sz="1800" b="1" i="0" cap="all" baseline="0">
                <a:solidFill>
                  <a:schemeClr val="bg1">
                    <a:lumMod val="85000"/>
                  </a:schemeClr>
                </a:solidFill>
              </a:defRPr>
            </a:lvl1pPr>
            <a:lvl2pPr marL="342917" indent="0">
              <a:buFont typeface="Arial" panose="020B0604020202020204" pitchFamily="34" charset="0"/>
              <a:buNone/>
              <a:defRPr sz="2099" b="1">
                <a:solidFill>
                  <a:schemeClr val="bg1"/>
                </a:solidFill>
              </a:defRPr>
            </a:lvl2pPr>
            <a:lvl3pPr marL="685832" indent="0">
              <a:buFont typeface="Arial" panose="020B0604020202020204" pitchFamily="34" charset="0"/>
              <a:buNone/>
              <a:defRPr sz="2099" b="1">
                <a:solidFill>
                  <a:schemeClr val="bg1"/>
                </a:solidFill>
              </a:defRPr>
            </a:lvl3pPr>
            <a:lvl4pPr marL="1028749" indent="0">
              <a:buFont typeface="Arial" panose="020B0604020202020204" pitchFamily="34" charset="0"/>
              <a:buNone/>
              <a:defRPr sz="2099" b="1">
                <a:solidFill>
                  <a:schemeClr val="bg1"/>
                </a:solidFill>
              </a:defRPr>
            </a:lvl4pPr>
            <a:lvl5pPr marL="1371665" indent="0">
              <a:buFont typeface="Arial" panose="020B0604020202020204" pitchFamily="34" charset="0"/>
              <a:buNone/>
              <a:defRPr sz="2099" b="1">
                <a:solidFill>
                  <a:schemeClr val="bg1"/>
                </a:solidFill>
              </a:defRPr>
            </a:lvl5pPr>
          </a:lstStyle>
          <a:p>
            <a:pPr lvl="0"/>
            <a:r>
              <a:rPr lang="en-GB"/>
              <a:t>SUBTITLE</a:t>
            </a:r>
          </a:p>
        </p:txBody>
      </p:sp>
      <p:grpSp>
        <p:nvGrpSpPr>
          <p:cNvPr id="9" name="Graphic 11">
            <a:extLst>
              <a:ext uri="{FF2B5EF4-FFF2-40B4-BE49-F238E27FC236}">
                <a16:creationId xmlns:a16="http://schemas.microsoft.com/office/drawing/2014/main" id="{A20EE357-FD75-C946-BCBE-D9B0ADCD12B4}"/>
              </a:ext>
            </a:extLst>
          </p:cNvPr>
          <p:cNvGrpSpPr>
            <a:grpSpLocks noChangeAspect="1"/>
          </p:cNvGrpSpPr>
          <p:nvPr/>
        </p:nvGrpSpPr>
        <p:grpSpPr>
          <a:xfrm>
            <a:off x="242615" y="198894"/>
            <a:ext cx="1080000" cy="288138"/>
            <a:chOff x="5925389" y="-67473"/>
            <a:chExt cx="1453278" cy="387715"/>
          </a:xfrm>
          <a:solidFill>
            <a:schemeClr val="bg1"/>
          </a:solidFill>
        </p:grpSpPr>
        <p:sp>
          <p:nvSpPr>
            <p:cNvPr id="10" name="Freeform 9">
              <a:extLst>
                <a:ext uri="{FF2B5EF4-FFF2-40B4-BE49-F238E27FC236}">
                  <a16:creationId xmlns:a16="http://schemas.microsoft.com/office/drawing/2014/main" id="{5AE04B59-37B1-AE40-A390-3A0748194C12}"/>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grpFill/>
            <a:ln w="1819"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4A77792F-C026-5F48-9429-CD616FB2B903}"/>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grpFill/>
            <a:ln w="1819"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33279124-7037-BD4A-8C84-C6F0F6A826EB}"/>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grpFill/>
            <a:ln w="1819"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2DD2587B-78AF-DE41-AE6B-5B60DE15A771}"/>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grpFill/>
            <a:ln w="1819"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F488D450-D852-3643-AB71-DBDCEBC6572C}"/>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grpFill/>
            <a:ln w="1819" cap="flat">
              <a:noFill/>
              <a:prstDash val="solid"/>
              <a:miter/>
            </a:ln>
          </p:spPr>
          <p:txBody>
            <a:bodyPr rtlCol="0" anchor="ctr"/>
            <a:lstStyle/>
            <a:p>
              <a:endParaRPr lang="en-US"/>
            </a:p>
          </p:txBody>
        </p:sp>
      </p:grpSp>
    </p:spTree>
    <p:extLst>
      <p:ext uri="{BB962C8B-B14F-4D97-AF65-F5344CB8AC3E}">
        <p14:creationId xmlns:p14="http://schemas.microsoft.com/office/powerpoint/2010/main" val="542369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Cover_option2">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AD6220C6-5EEB-8342-A09D-8F9FF052FD81}"/>
              </a:ext>
            </a:extLst>
          </p:cNvPr>
          <p:cNvSpPr/>
          <p:nvPr/>
        </p:nvSpPr>
        <p:spPr>
          <a:xfrm>
            <a:off x="71439" y="71438"/>
            <a:ext cx="9001125" cy="5000625"/>
          </a:xfrm>
          <a:custGeom>
            <a:avLst/>
            <a:gdLst/>
            <a:ahLst/>
            <a:cxnLst/>
            <a:rect l="l" t="t" r="r" b="b"/>
            <a:pathLst>
              <a:path w="14401800" h="8001000">
                <a:moveTo>
                  <a:pt x="0" y="8001000"/>
                </a:moveTo>
                <a:lnTo>
                  <a:pt x="14401800" y="8001000"/>
                </a:lnTo>
                <a:lnTo>
                  <a:pt x="14401800" y="0"/>
                </a:lnTo>
                <a:lnTo>
                  <a:pt x="0" y="0"/>
                </a:lnTo>
                <a:lnTo>
                  <a:pt x="0" y="8001000"/>
                </a:lnTo>
                <a:close/>
              </a:path>
            </a:pathLst>
          </a:custGeom>
          <a:solidFill>
            <a:srgbClr val="17479E"/>
          </a:solidFill>
        </p:spPr>
        <p:txBody>
          <a:bodyPr wrap="square" lIns="0" tIns="0" rIns="0" bIns="0" rtlCol="0"/>
          <a:lstStyle/>
          <a:p>
            <a:endParaRPr sz="937"/>
          </a:p>
        </p:txBody>
      </p:sp>
      <p:pic>
        <p:nvPicPr>
          <p:cNvPr id="7" name="Picture 6">
            <a:extLst>
              <a:ext uri="{FF2B5EF4-FFF2-40B4-BE49-F238E27FC236}">
                <a16:creationId xmlns:a16="http://schemas.microsoft.com/office/drawing/2014/main" id="{A0566B89-94BE-054F-AE54-3BD3464C3DF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453064" y="85725"/>
            <a:ext cx="3619501" cy="4972050"/>
          </a:xfrm>
          <a:prstGeom prst="rect">
            <a:avLst/>
          </a:prstGeom>
        </p:spPr>
      </p:pic>
      <p:sp>
        <p:nvSpPr>
          <p:cNvPr id="11" name="Rectangle 10">
            <a:extLst>
              <a:ext uri="{FF2B5EF4-FFF2-40B4-BE49-F238E27FC236}">
                <a16:creationId xmlns:a16="http://schemas.microsoft.com/office/drawing/2014/main" id="{7928DBCC-0E0B-094B-9378-08B7C6C92DFC}"/>
              </a:ext>
            </a:extLst>
          </p:cNvPr>
          <p:cNvSpPr/>
          <p:nvPr/>
        </p:nvSpPr>
        <p:spPr>
          <a:xfrm>
            <a:off x="449088" y="2818967"/>
            <a:ext cx="866885" cy="894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49"/>
          </a:p>
        </p:txBody>
      </p:sp>
      <p:sp>
        <p:nvSpPr>
          <p:cNvPr id="15" name="Text Placeholder 28">
            <a:extLst>
              <a:ext uri="{FF2B5EF4-FFF2-40B4-BE49-F238E27FC236}">
                <a16:creationId xmlns:a16="http://schemas.microsoft.com/office/drawing/2014/main" id="{A5E1B604-00A5-0F40-84AE-7B75DF271039}"/>
              </a:ext>
            </a:extLst>
          </p:cNvPr>
          <p:cNvSpPr>
            <a:spLocks noGrp="1"/>
          </p:cNvSpPr>
          <p:nvPr>
            <p:ph type="body" sz="quarter" idx="19" hasCustomPrompt="1"/>
          </p:nvPr>
        </p:nvSpPr>
        <p:spPr>
          <a:xfrm>
            <a:off x="360268" y="4226271"/>
            <a:ext cx="5803106" cy="375496"/>
          </a:xfrm>
        </p:spPr>
        <p:txBody>
          <a:bodyPr anchor="b">
            <a:normAutofit/>
          </a:bodyPr>
          <a:lstStyle>
            <a:lvl1pPr marL="0" indent="0">
              <a:buNone/>
              <a:defRPr sz="1200" b="1">
                <a:solidFill>
                  <a:schemeClr val="bg1"/>
                </a:solidFill>
              </a:defRPr>
            </a:lvl1pPr>
            <a:lvl2pPr marL="342917" indent="0">
              <a:buNone/>
              <a:defRPr b="1"/>
            </a:lvl2pPr>
            <a:lvl3pPr marL="685832" indent="0">
              <a:buNone/>
              <a:defRPr b="1"/>
            </a:lvl3pPr>
            <a:lvl4pPr marL="1028749" indent="0">
              <a:buNone/>
              <a:defRPr b="1"/>
            </a:lvl4pPr>
            <a:lvl5pPr marL="1371665" indent="0">
              <a:buNone/>
              <a:defRPr b="1"/>
            </a:lvl5pPr>
          </a:lstStyle>
          <a:p>
            <a:pPr lvl="0"/>
            <a:r>
              <a:rPr lang="en-GB"/>
              <a:t>Date</a:t>
            </a:r>
            <a:endParaRPr lang="en-US"/>
          </a:p>
        </p:txBody>
      </p:sp>
      <p:sp>
        <p:nvSpPr>
          <p:cNvPr id="16" name="Text Placeholder 30">
            <a:extLst>
              <a:ext uri="{FF2B5EF4-FFF2-40B4-BE49-F238E27FC236}">
                <a16:creationId xmlns:a16="http://schemas.microsoft.com/office/drawing/2014/main" id="{DFDE6FE5-E050-A245-A055-816F92A7CA70}"/>
              </a:ext>
            </a:extLst>
          </p:cNvPr>
          <p:cNvSpPr>
            <a:spLocks noGrp="1"/>
          </p:cNvSpPr>
          <p:nvPr>
            <p:ph type="body" sz="quarter" idx="20" hasCustomPrompt="1"/>
          </p:nvPr>
        </p:nvSpPr>
        <p:spPr>
          <a:xfrm>
            <a:off x="360268" y="3938431"/>
            <a:ext cx="5803600" cy="287840"/>
          </a:xfrm>
        </p:spPr>
        <p:txBody>
          <a:bodyPr anchor="b">
            <a:noAutofit/>
          </a:bodyPr>
          <a:lstStyle>
            <a:lvl1pPr marL="0" marR="0" indent="0" algn="l" defTabSz="685832" rtl="0" eaLnBrk="1" fontAlgn="auto" latinLnBrk="0" hangingPunct="1">
              <a:lnSpc>
                <a:spcPct val="100000"/>
              </a:lnSpc>
              <a:spcBef>
                <a:spcPts val="450"/>
              </a:spcBef>
              <a:spcAft>
                <a:spcPts val="0"/>
              </a:spcAft>
              <a:buClr>
                <a:srgbClr val="7692DD"/>
              </a:buClr>
              <a:buSzPct val="125000"/>
              <a:buFont typeface="Arial" panose="020B0604020202020204" pitchFamily="34" charset="0"/>
              <a:buNone/>
              <a:tabLst/>
              <a:defRPr sz="1200" b="1" baseline="0">
                <a:solidFill>
                  <a:schemeClr val="accent3"/>
                </a:solidFill>
              </a:defRPr>
            </a:lvl1pPr>
            <a:lvl2pPr marL="342917" indent="0">
              <a:buNone/>
              <a:defRPr sz="1349" b="1">
                <a:solidFill>
                  <a:srgbClr val="7692DD"/>
                </a:solidFill>
              </a:defRPr>
            </a:lvl2pPr>
            <a:lvl3pPr marL="685832" indent="0">
              <a:buNone/>
              <a:defRPr sz="1349" b="1">
                <a:solidFill>
                  <a:srgbClr val="7692DD"/>
                </a:solidFill>
              </a:defRPr>
            </a:lvl3pPr>
            <a:lvl4pPr marL="1028749" indent="0">
              <a:buNone/>
              <a:defRPr sz="1349" b="1">
                <a:solidFill>
                  <a:srgbClr val="7692DD"/>
                </a:solidFill>
              </a:defRPr>
            </a:lvl4pPr>
            <a:lvl5pPr marL="1371665" indent="0">
              <a:buNone/>
              <a:defRPr sz="1349" b="1">
                <a:solidFill>
                  <a:srgbClr val="7692DD"/>
                </a:solidFill>
              </a:defRPr>
            </a:lvl5pPr>
          </a:lstStyle>
          <a:p>
            <a:pPr marL="0" marR="0" lvl="0" indent="0" algn="l" defTabSz="685832" rtl="0" eaLnBrk="1" fontAlgn="auto" latinLnBrk="0" hangingPunct="1">
              <a:lnSpc>
                <a:spcPct val="95000"/>
              </a:lnSpc>
              <a:spcBef>
                <a:spcPts val="750"/>
              </a:spcBef>
              <a:spcAft>
                <a:spcPts val="0"/>
              </a:spcAft>
              <a:buClr>
                <a:srgbClr val="7692DD"/>
              </a:buClr>
              <a:buSzPct val="125000"/>
              <a:buFont typeface="Arial" panose="020B0604020202020204" pitchFamily="34" charset="0"/>
              <a:buNone/>
              <a:tabLst/>
              <a:defRPr/>
            </a:pPr>
            <a:r>
              <a:rPr lang="en-GB"/>
              <a:t>Presented by</a:t>
            </a:r>
            <a:endParaRPr lang="en-US"/>
          </a:p>
        </p:txBody>
      </p:sp>
      <p:sp>
        <p:nvSpPr>
          <p:cNvPr id="17" name="Text Placeholder 30">
            <a:extLst>
              <a:ext uri="{FF2B5EF4-FFF2-40B4-BE49-F238E27FC236}">
                <a16:creationId xmlns:a16="http://schemas.microsoft.com/office/drawing/2014/main" id="{503CCDFB-A662-EA48-A8DD-A3BD32DC5129}"/>
              </a:ext>
            </a:extLst>
          </p:cNvPr>
          <p:cNvSpPr>
            <a:spLocks noGrp="1"/>
          </p:cNvSpPr>
          <p:nvPr>
            <p:ph type="body" sz="quarter" idx="21" hasCustomPrompt="1"/>
          </p:nvPr>
        </p:nvSpPr>
        <p:spPr>
          <a:xfrm>
            <a:off x="360268" y="3650591"/>
            <a:ext cx="5803600" cy="287840"/>
          </a:xfrm>
        </p:spPr>
        <p:txBody>
          <a:bodyPr anchor="b">
            <a:noAutofit/>
          </a:bodyPr>
          <a:lstStyle>
            <a:lvl1pPr marL="0" marR="0" indent="0" algn="l" defTabSz="685832" rtl="0" eaLnBrk="1" fontAlgn="auto" latinLnBrk="0" hangingPunct="1">
              <a:lnSpc>
                <a:spcPct val="100000"/>
              </a:lnSpc>
              <a:spcBef>
                <a:spcPts val="450"/>
              </a:spcBef>
              <a:spcAft>
                <a:spcPts val="0"/>
              </a:spcAft>
              <a:buClr>
                <a:srgbClr val="7692DD"/>
              </a:buClr>
              <a:buSzPct val="125000"/>
              <a:buFont typeface="Arial" panose="020B0604020202020204" pitchFamily="34" charset="0"/>
              <a:buNone/>
              <a:tabLst/>
              <a:defRPr sz="1200" b="1" baseline="0">
                <a:solidFill>
                  <a:schemeClr val="accent3"/>
                </a:solidFill>
              </a:defRPr>
            </a:lvl1pPr>
            <a:lvl2pPr marL="342917" indent="0">
              <a:buNone/>
              <a:defRPr sz="1349" b="1">
                <a:solidFill>
                  <a:srgbClr val="7692DD"/>
                </a:solidFill>
              </a:defRPr>
            </a:lvl2pPr>
            <a:lvl3pPr marL="685832" indent="0">
              <a:buNone/>
              <a:defRPr sz="1349" b="1">
                <a:solidFill>
                  <a:srgbClr val="7692DD"/>
                </a:solidFill>
              </a:defRPr>
            </a:lvl3pPr>
            <a:lvl4pPr marL="1028749" indent="0">
              <a:buNone/>
              <a:defRPr sz="1349" b="1">
                <a:solidFill>
                  <a:srgbClr val="7692DD"/>
                </a:solidFill>
              </a:defRPr>
            </a:lvl4pPr>
            <a:lvl5pPr marL="1371665" indent="0">
              <a:buNone/>
              <a:defRPr sz="1349" b="1">
                <a:solidFill>
                  <a:srgbClr val="7692DD"/>
                </a:solidFill>
              </a:defRPr>
            </a:lvl5pPr>
          </a:lstStyle>
          <a:p>
            <a:pPr lvl="0"/>
            <a:r>
              <a:rPr lang="en-GB"/>
              <a:t>Presented to</a:t>
            </a:r>
          </a:p>
        </p:txBody>
      </p:sp>
      <p:sp>
        <p:nvSpPr>
          <p:cNvPr id="18" name="Text Placeholder 30">
            <a:extLst>
              <a:ext uri="{FF2B5EF4-FFF2-40B4-BE49-F238E27FC236}">
                <a16:creationId xmlns:a16="http://schemas.microsoft.com/office/drawing/2014/main" id="{4AFB83CE-C5E8-8E46-971F-2FF17B2FF63C}"/>
              </a:ext>
            </a:extLst>
          </p:cNvPr>
          <p:cNvSpPr>
            <a:spLocks noGrp="1"/>
          </p:cNvSpPr>
          <p:nvPr>
            <p:ph type="body" sz="quarter" idx="22" hasCustomPrompt="1"/>
          </p:nvPr>
        </p:nvSpPr>
        <p:spPr>
          <a:xfrm>
            <a:off x="360268" y="2908433"/>
            <a:ext cx="5803600" cy="742158"/>
          </a:xfrm>
        </p:spPr>
        <p:txBody>
          <a:bodyPr anchor="t">
            <a:noAutofit/>
          </a:bodyPr>
          <a:lstStyle>
            <a:lvl1pPr marL="0" marR="0" indent="0" algn="l" defTabSz="685832" rtl="0" eaLnBrk="1" fontAlgn="auto" latinLnBrk="0" hangingPunct="1">
              <a:lnSpc>
                <a:spcPct val="100000"/>
              </a:lnSpc>
              <a:spcBef>
                <a:spcPts val="450"/>
              </a:spcBef>
              <a:spcAft>
                <a:spcPts val="0"/>
              </a:spcAft>
              <a:buClr>
                <a:srgbClr val="7692DD"/>
              </a:buClr>
              <a:buSzPct val="125000"/>
              <a:buFont typeface="Arial" panose="020B0604020202020204" pitchFamily="34" charset="0"/>
              <a:buNone/>
              <a:tabLst/>
              <a:defRPr sz="1800" b="1" i="0" cap="all" baseline="0">
                <a:solidFill>
                  <a:schemeClr val="bg1"/>
                </a:solidFill>
              </a:defRPr>
            </a:lvl1pPr>
            <a:lvl2pPr marL="342917" indent="0">
              <a:buNone/>
              <a:defRPr sz="1349" b="1">
                <a:solidFill>
                  <a:srgbClr val="7692DD"/>
                </a:solidFill>
              </a:defRPr>
            </a:lvl2pPr>
            <a:lvl3pPr marL="685832" indent="0">
              <a:buNone/>
              <a:defRPr sz="1349" b="1">
                <a:solidFill>
                  <a:srgbClr val="7692DD"/>
                </a:solidFill>
              </a:defRPr>
            </a:lvl3pPr>
            <a:lvl4pPr marL="1028749" indent="0">
              <a:buNone/>
              <a:defRPr sz="1349" b="1">
                <a:solidFill>
                  <a:srgbClr val="7692DD"/>
                </a:solidFill>
              </a:defRPr>
            </a:lvl4pPr>
            <a:lvl5pPr marL="1371665" indent="0">
              <a:buNone/>
              <a:defRPr sz="1349" b="1">
                <a:solidFill>
                  <a:srgbClr val="7692DD"/>
                </a:solidFill>
              </a:defRPr>
            </a:lvl5pPr>
          </a:lstStyle>
          <a:p>
            <a:pPr lvl="0"/>
            <a:r>
              <a:rPr lang="en-GB"/>
              <a:t>SUBTITLE</a:t>
            </a:r>
          </a:p>
        </p:txBody>
      </p:sp>
      <p:sp>
        <p:nvSpPr>
          <p:cNvPr id="19" name="Title 24">
            <a:extLst>
              <a:ext uri="{FF2B5EF4-FFF2-40B4-BE49-F238E27FC236}">
                <a16:creationId xmlns:a16="http://schemas.microsoft.com/office/drawing/2014/main" id="{06B3927B-5C41-8749-A043-CE2BAE212648}"/>
              </a:ext>
            </a:extLst>
          </p:cNvPr>
          <p:cNvSpPr>
            <a:spLocks noGrp="1"/>
          </p:cNvSpPr>
          <p:nvPr>
            <p:ph type="title" hasCustomPrompt="1"/>
          </p:nvPr>
        </p:nvSpPr>
        <p:spPr>
          <a:xfrm>
            <a:off x="360267" y="1255923"/>
            <a:ext cx="5092725" cy="1573079"/>
          </a:xfrm>
        </p:spPr>
        <p:txBody>
          <a:bodyPr anchor="b"/>
          <a:lstStyle>
            <a:lvl1pPr>
              <a:defRPr sz="3600">
                <a:solidFill>
                  <a:schemeClr val="bg1"/>
                </a:solidFill>
              </a:defRPr>
            </a:lvl1pPr>
          </a:lstStyle>
          <a:p>
            <a:r>
              <a:rPr lang="en-GB"/>
              <a:t>Presentation title slide</a:t>
            </a:r>
            <a:endParaRPr lang="en-US"/>
          </a:p>
        </p:txBody>
      </p:sp>
      <p:sp>
        <p:nvSpPr>
          <p:cNvPr id="12" name="TextBox 11">
            <a:extLst>
              <a:ext uri="{FF2B5EF4-FFF2-40B4-BE49-F238E27FC236}">
                <a16:creationId xmlns:a16="http://schemas.microsoft.com/office/drawing/2014/main" id="{B65C6C04-3CBE-423F-9EF6-DED3A77E6510}"/>
              </a:ext>
            </a:extLst>
          </p:cNvPr>
          <p:cNvSpPr txBox="1"/>
          <p:nvPr/>
        </p:nvSpPr>
        <p:spPr>
          <a:xfrm>
            <a:off x="6048952" y="4847839"/>
            <a:ext cx="2987785" cy="184593"/>
          </a:xfrm>
          <a:prstGeom prst="rect">
            <a:avLst/>
          </a:prstGeom>
          <a:noFill/>
        </p:spPr>
        <p:txBody>
          <a:bodyPr wrap="none" lIns="0" tIns="0" rIns="0" bIns="0" rtlCol="0">
            <a:noAutofit/>
          </a:bodyPr>
          <a:lstStyle/>
          <a:p>
            <a:pPr marL="0" marR="0" indent="0" algn="r" defTabSz="457189" rtl="0" eaLnBrk="1" fontAlgn="auto" latinLnBrk="0" hangingPunct="1">
              <a:lnSpc>
                <a:spcPct val="100000"/>
              </a:lnSpc>
              <a:spcBef>
                <a:spcPts val="0"/>
              </a:spcBef>
              <a:spcAft>
                <a:spcPts val="0"/>
              </a:spcAft>
              <a:buClrTx/>
              <a:buSzTx/>
              <a:buFontTx/>
              <a:buNone/>
              <a:tabLst/>
              <a:defRPr/>
            </a:pPr>
            <a:r>
              <a:rPr lang="en-GB" sz="600" b="0" i="0" u="none" strike="noStrike" kern="1200" baseline="0">
                <a:solidFill>
                  <a:schemeClr val="bg1"/>
                </a:solidFill>
                <a:latin typeface="Roboto" pitchFamily="2" charset="0"/>
                <a:ea typeface="Roboto" pitchFamily="2" charset="0"/>
                <a:cs typeface="+mn-cs"/>
              </a:rPr>
              <a:t>© 2021 MSCI Inc. All rights reserved. </a:t>
            </a:r>
          </a:p>
          <a:p>
            <a:pPr marL="0" marR="0" indent="0" algn="r" defTabSz="457189" rtl="0" eaLnBrk="1" fontAlgn="auto" latinLnBrk="0" hangingPunct="1">
              <a:lnSpc>
                <a:spcPct val="100000"/>
              </a:lnSpc>
              <a:spcBef>
                <a:spcPts val="0"/>
              </a:spcBef>
              <a:spcAft>
                <a:spcPts val="0"/>
              </a:spcAft>
              <a:buClrTx/>
              <a:buSzTx/>
              <a:buFontTx/>
              <a:buNone/>
              <a:tabLst/>
              <a:defRPr/>
            </a:pPr>
            <a:r>
              <a:rPr lang="en-GB" sz="600" b="0" i="0" u="none" strike="noStrike" kern="1200" baseline="0">
                <a:solidFill>
                  <a:schemeClr val="bg1"/>
                </a:solidFill>
                <a:latin typeface="Roboto" pitchFamily="2" charset="0"/>
                <a:ea typeface="Roboto" pitchFamily="2" charset="0"/>
                <a:cs typeface="+mn-cs"/>
              </a:rPr>
              <a:t>Please refer to the disclaimer at the end of this document.</a:t>
            </a:r>
          </a:p>
        </p:txBody>
      </p:sp>
      <p:grpSp>
        <p:nvGrpSpPr>
          <p:cNvPr id="13" name="Graphic 11">
            <a:extLst>
              <a:ext uri="{FF2B5EF4-FFF2-40B4-BE49-F238E27FC236}">
                <a16:creationId xmlns:a16="http://schemas.microsoft.com/office/drawing/2014/main" id="{50A7299E-4068-6D42-8CDF-7ABA9B1BC5F5}"/>
              </a:ext>
            </a:extLst>
          </p:cNvPr>
          <p:cNvGrpSpPr>
            <a:grpSpLocks noChangeAspect="1"/>
          </p:cNvGrpSpPr>
          <p:nvPr/>
        </p:nvGrpSpPr>
        <p:grpSpPr>
          <a:xfrm>
            <a:off x="242615" y="198894"/>
            <a:ext cx="1080000" cy="288138"/>
            <a:chOff x="5925389" y="-67473"/>
            <a:chExt cx="1453278" cy="387715"/>
          </a:xfrm>
          <a:solidFill>
            <a:schemeClr val="bg1"/>
          </a:solidFill>
        </p:grpSpPr>
        <p:sp>
          <p:nvSpPr>
            <p:cNvPr id="14" name="Freeform 13">
              <a:extLst>
                <a:ext uri="{FF2B5EF4-FFF2-40B4-BE49-F238E27FC236}">
                  <a16:creationId xmlns:a16="http://schemas.microsoft.com/office/drawing/2014/main" id="{69E3EA0B-1D9D-AA45-A89A-E1914EAE10BB}"/>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grpFill/>
            <a:ln w="1819"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AB27916C-09C7-F440-9FDD-1FD7C2A7E80D}"/>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grpFill/>
            <a:ln w="1819"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ADF9D91E-461A-FD48-8147-DD16295ED303}"/>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grpFill/>
            <a:ln w="1819"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D61B4897-48CD-E24B-A894-241EC614952B}"/>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grpFill/>
            <a:ln w="1819"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463BC644-63F9-E944-B5B1-0899537D4920}"/>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grpFill/>
            <a:ln w="1819" cap="flat">
              <a:noFill/>
              <a:prstDash val="solid"/>
              <a:miter/>
            </a:ln>
          </p:spPr>
          <p:txBody>
            <a:bodyPr rtlCol="0" anchor="ctr"/>
            <a:lstStyle/>
            <a:p>
              <a:endParaRPr lang="en-US"/>
            </a:p>
          </p:txBody>
        </p:sp>
      </p:grpSp>
    </p:spTree>
    <p:extLst>
      <p:ext uri="{BB962C8B-B14F-4D97-AF65-F5344CB8AC3E}">
        <p14:creationId xmlns:p14="http://schemas.microsoft.com/office/powerpoint/2010/main" val="3380510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Divider_option2">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AD6220C6-5EEB-8342-A09D-8F9FF052FD81}"/>
              </a:ext>
            </a:extLst>
          </p:cNvPr>
          <p:cNvSpPr/>
          <p:nvPr/>
        </p:nvSpPr>
        <p:spPr>
          <a:xfrm>
            <a:off x="71439" y="71438"/>
            <a:ext cx="9001125" cy="5000625"/>
          </a:xfrm>
          <a:custGeom>
            <a:avLst/>
            <a:gdLst/>
            <a:ahLst/>
            <a:cxnLst/>
            <a:rect l="l" t="t" r="r" b="b"/>
            <a:pathLst>
              <a:path w="14401800" h="8001000">
                <a:moveTo>
                  <a:pt x="0" y="8001000"/>
                </a:moveTo>
                <a:lnTo>
                  <a:pt x="14401800" y="8001000"/>
                </a:lnTo>
                <a:lnTo>
                  <a:pt x="14401800" y="0"/>
                </a:lnTo>
                <a:lnTo>
                  <a:pt x="0" y="0"/>
                </a:lnTo>
                <a:lnTo>
                  <a:pt x="0" y="8001000"/>
                </a:lnTo>
                <a:close/>
              </a:path>
            </a:pathLst>
          </a:custGeom>
          <a:solidFill>
            <a:schemeClr val="accent3"/>
          </a:solidFill>
        </p:spPr>
        <p:txBody>
          <a:bodyPr wrap="square" lIns="0" tIns="0" rIns="0" bIns="0" rtlCol="0"/>
          <a:lstStyle/>
          <a:p>
            <a:endParaRPr sz="937"/>
          </a:p>
        </p:txBody>
      </p:sp>
      <p:pic>
        <p:nvPicPr>
          <p:cNvPr id="3" name="Picture 2">
            <a:extLst>
              <a:ext uri="{FF2B5EF4-FFF2-40B4-BE49-F238E27FC236}">
                <a16:creationId xmlns:a16="http://schemas.microsoft.com/office/drawing/2014/main" id="{E9F65675-03E2-E948-94AE-A17349FCCD7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481639" y="71438"/>
            <a:ext cx="3590924" cy="4933950"/>
          </a:xfrm>
          <a:prstGeom prst="rect">
            <a:avLst/>
          </a:prstGeom>
        </p:spPr>
      </p:pic>
      <p:sp>
        <p:nvSpPr>
          <p:cNvPr id="6" name="Rectangle 5">
            <a:extLst>
              <a:ext uri="{FF2B5EF4-FFF2-40B4-BE49-F238E27FC236}">
                <a16:creationId xmlns:a16="http://schemas.microsoft.com/office/drawing/2014/main" id="{B9C6538A-7D16-434A-B207-C835B6123132}"/>
              </a:ext>
            </a:extLst>
          </p:cNvPr>
          <p:cNvSpPr/>
          <p:nvPr/>
        </p:nvSpPr>
        <p:spPr>
          <a:xfrm>
            <a:off x="457157" y="3588145"/>
            <a:ext cx="866885" cy="894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49"/>
          </a:p>
        </p:txBody>
      </p:sp>
      <p:sp>
        <p:nvSpPr>
          <p:cNvPr id="25" name="Title 24">
            <a:extLst>
              <a:ext uri="{FF2B5EF4-FFF2-40B4-BE49-F238E27FC236}">
                <a16:creationId xmlns:a16="http://schemas.microsoft.com/office/drawing/2014/main" id="{D819790F-5096-B54E-A9AF-A1619D5976C1}"/>
              </a:ext>
            </a:extLst>
          </p:cNvPr>
          <p:cNvSpPr>
            <a:spLocks noGrp="1"/>
          </p:cNvSpPr>
          <p:nvPr>
            <p:ph type="title" hasCustomPrompt="1"/>
          </p:nvPr>
        </p:nvSpPr>
        <p:spPr>
          <a:xfrm>
            <a:off x="360339" y="2027033"/>
            <a:ext cx="8214125" cy="1573079"/>
          </a:xfrm>
        </p:spPr>
        <p:txBody>
          <a:bodyPr anchor="b"/>
          <a:lstStyle>
            <a:lvl1pPr>
              <a:defRPr sz="3600">
                <a:solidFill>
                  <a:schemeClr val="bg1"/>
                </a:solidFill>
              </a:defRPr>
            </a:lvl1pPr>
          </a:lstStyle>
          <a:p>
            <a:r>
              <a:rPr lang="en-GB"/>
              <a:t>Divider slide</a:t>
            </a:r>
            <a:endParaRPr lang="en-US"/>
          </a:p>
        </p:txBody>
      </p:sp>
      <p:sp>
        <p:nvSpPr>
          <p:cNvPr id="8" name="Text Placeholder 7">
            <a:extLst>
              <a:ext uri="{FF2B5EF4-FFF2-40B4-BE49-F238E27FC236}">
                <a16:creationId xmlns:a16="http://schemas.microsoft.com/office/drawing/2014/main" id="{27A48556-6DEE-2741-9D26-1CAF28E2E40E}"/>
              </a:ext>
            </a:extLst>
          </p:cNvPr>
          <p:cNvSpPr>
            <a:spLocks noGrp="1"/>
          </p:cNvSpPr>
          <p:nvPr>
            <p:ph type="body" sz="quarter" idx="11" hasCustomPrompt="1"/>
          </p:nvPr>
        </p:nvSpPr>
        <p:spPr>
          <a:xfrm>
            <a:off x="360337" y="3823410"/>
            <a:ext cx="8214125" cy="597694"/>
          </a:xfrm>
        </p:spPr>
        <p:txBody>
          <a:bodyPr>
            <a:noAutofit/>
          </a:bodyPr>
          <a:lstStyle>
            <a:lvl1pPr marL="0" indent="0">
              <a:buFont typeface="Arial" panose="020B0604020202020204" pitchFamily="34" charset="0"/>
              <a:buNone/>
              <a:defRPr sz="1801" b="1" cap="all" baseline="0">
                <a:solidFill>
                  <a:schemeClr val="bg1">
                    <a:lumMod val="85000"/>
                  </a:schemeClr>
                </a:solidFill>
              </a:defRPr>
            </a:lvl1pPr>
            <a:lvl2pPr marL="342917" indent="0">
              <a:buFont typeface="Arial" panose="020B0604020202020204" pitchFamily="34" charset="0"/>
              <a:buNone/>
              <a:defRPr sz="2099" b="1">
                <a:solidFill>
                  <a:schemeClr val="bg1"/>
                </a:solidFill>
              </a:defRPr>
            </a:lvl2pPr>
            <a:lvl3pPr marL="685832" indent="0">
              <a:buFont typeface="Arial" panose="020B0604020202020204" pitchFamily="34" charset="0"/>
              <a:buNone/>
              <a:defRPr sz="2099" b="1">
                <a:solidFill>
                  <a:schemeClr val="bg1"/>
                </a:solidFill>
              </a:defRPr>
            </a:lvl3pPr>
            <a:lvl4pPr marL="1028749" indent="0">
              <a:buFont typeface="Arial" panose="020B0604020202020204" pitchFamily="34" charset="0"/>
              <a:buNone/>
              <a:defRPr sz="2099" b="1">
                <a:solidFill>
                  <a:schemeClr val="bg1"/>
                </a:solidFill>
              </a:defRPr>
            </a:lvl4pPr>
            <a:lvl5pPr marL="1371665" indent="0">
              <a:buFont typeface="Arial" panose="020B0604020202020204" pitchFamily="34" charset="0"/>
              <a:buNone/>
              <a:defRPr sz="2099" b="1">
                <a:solidFill>
                  <a:schemeClr val="bg1"/>
                </a:solidFill>
              </a:defRPr>
            </a:lvl5pPr>
          </a:lstStyle>
          <a:p>
            <a:pPr lvl="0"/>
            <a:r>
              <a:rPr lang="en-GB"/>
              <a:t>SUBTITLE</a:t>
            </a:r>
          </a:p>
        </p:txBody>
      </p:sp>
      <p:grpSp>
        <p:nvGrpSpPr>
          <p:cNvPr id="9" name="Graphic 11">
            <a:extLst>
              <a:ext uri="{FF2B5EF4-FFF2-40B4-BE49-F238E27FC236}">
                <a16:creationId xmlns:a16="http://schemas.microsoft.com/office/drawing/2014/main" id="{74554ED4-1F74-1146-BCE0-914063355BFD}"/>
              </a:ext>
            </a:extLst>
          </p:cNvPr>
          <p:cNvGrpSpPr>
            <a:grpSpLocks noChangeAspect="1"/>
          </p:cNvGrpSpPr>
          <p:nvPr/>
        </p:nvGrpSpPr>
        <p:grpSpPr>
          <a:xfrm>
            <a:off x="242615" y="198894"/>
            <a:ext cx="1080000" cy="288138"/>
            <a:chOff x="5925389" y="-67473"/>
            <a:chExt cx="1453278" cy="387715"/>
          </a:xfrm>
          <a:solidFill>
            <a:schemeClr val="bg1"/>
          </a:solidFill>
        </p:grpSpPr>
        <p:sp>
          <p:nvSpPr>
            <p:cNvPr id="10" name="Freeform 9">
              <a:extLst>
                <a:ext uri="{FF2B5EF4-FFF2-40B4-BE49-F238E27FC236}">
                  <a16:creationId xmlns:a16="http://schemas.microsoft.com/office/drawing/2014/main" id="{EFAC25AF-0AD4-1847-9927-266A4A7EAF70}"/>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grpFill/>
            <a:ln w="1819"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50E9FC9A-1ACB-6F48-BFC2-ABAC3B90253C}"/>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grpFill/>
            <a:ln w="1819"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5227C228-A54A-A54C-A1F5-4B00F249D585}"/>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grpFill/>
            <a:ln w="1819"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007A4A1F-5044-C044-AD04-F3120EAFA96C}"/>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grpFill/>
            <a:ln w="1819"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720D7C70-CC96-3B49-A565-4EDE6E76867C}"/>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grpFill/>
            <a:ln w="1819" cap="flat">
              <a:noFill/>
              <a:prstDash val="solid"/>
              <a:miter/>
            </a:ln>
          </p:spPr>
          <p:txBody>
            <a:bodyPr rtlCol="0" anchor="ctr"/>
            <a:lstStyle/>
            <a:p>
              <a:endParaRPr lang="en-US"/>
            </a:p>
          </p:txBody>
        </p:sp>
      </p:grpSp>
    </p:spTree>
    <p:extLst>
      <p:ext uri="{BB962C8B-B14F-4D97-AF65-F5344CB8AC3E}">
        <p14:creationId xmlns:p14="http://schemas.microsoft.com/office/powerpoint/2010/main" val="2683130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Photo Cover">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7BDBCCA-A383-452E-B2CE-D178632392E0}"/>
              </a:ext>
            </a:extLst>
          </p:cNvPr>
          <p:cNvSpPr>
            <a:spLocks noGrp="1"/>
          </p:cNvSpPr>
          <p:nvPr>
            <p:ph type="pic" sz="quarter" idx="19" hasCustomPrompt="1"/>
          </p:nvPr>
        </p:nvSpPr>
        <p:spPr>
          <a:xfrm>
            <a:off x="75010" y="67866"/>
            <a:ext cx="8993981" cy="5000625"/>
          </a:xfrm>
        </p:spPr>
        <p:txBody>
          <a:bodyPr anchor="ctr">
            <a:normAutofit/>
          </a:bodyPr>
          <a:lstStyle>
            <a:lvl1pPr marL="0" indent="0" algn="ctr">
              <a:buNone/>
              <a:defRPr sz="2099">
                <a:solidFill>
                  <a:schemeClr val="tx2"/>
                </a:solidFill>
              </a:defRPr>
            </a:lvl1pPr>
          </a:lstStyle>
          <a:p>
            <a:r>
              <a:rPr lang="en-US"/>
              <a:t>Click on icon to add picture</a:t>
            </a:r>
          </a:p>
        </p:txBody>
      </p:sp>
      <p:pic>
        <p:nvPicPr>
          <p:cNvPr id="5" name="Picture 4" descr="A picture containing clipart&#10;&#10;Description automatically generated">
            <a:extLst>
              <a:ext uri="{FF2B5EF4-FFF2-40B4-BE49-F238E27FC236}">
                <a16:creationId xmlns:a16="http://schemas.microsoft.com/office/drawing/2014/main" id="{D6AB9E70-2E01-5941-BB83-88168B367D8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419" y="4589117"/>
            <a:ext cx="1362393" cy="485957"/>
          </a:xfrm>
          <a:prstGeom prst="rect">
            <a:avLst/>
          </a:prstGeom>
        </p:spPr>
      </p:pic>
      <p:sp>
        <p:nvSpPr>
          <p:cNvPr id="17" name="Text Placeholder 15">
            <a:extLst>
              <a:ext uri="{FF2B5EF4-FFF2-40B4-BE49-F238E27FC236}">
                <a16:creationId xmlns:a16="http://schemas.microsoft.com/office/drawing/2014/main" id="{BA039551-4AC3-41A2-9D00-71BBFC3D0214}"/>
              </a:ext>
            </a:extLst>
          </p:cNvPr>
          <p:cNvSpPr>
            <a:spLocks noGrp="1"/>
          </p:cNvSpPr>
          <p:nvPr>
            <p:ph type="body" sz="quarter" idx="20" hasCustomPrompt="1"/>
          </p:nvPr>
        </p:nvSpPr>
        <p:spPr>
          <a:xfrm>
            <a:off x="2416628" y="1275934"/>
            <a:ext cx="6530861" cy="686741"/>
          </a:xfrm>
        </p:spPr>
        <p:txBody>
          <a:bodyPr anchor="t">
            <a:noAutofit/>
          </a:bodyPr>
          <a:lstStyle>
            <a:lvl1pPr marL="0" indent="0" algn="r">
              <a:buNone/>
              <a:defRPr sz="1800" b="1" i="0" cap="all" baseline="0">
                <a:solidFill>
                  <a:schemeClr val="bg1"/>
                </a:solidFill>
                <a:latin typeface="Roboto" panose="02000000000000000000" pitchFamily="2" charset="0"/>
                <a:ea typeface="Roboto" panose="02000000000000000000" pitchFamily="2" charset="0"/>
              </a:defRPr>
            </a:lvl1pPr>
            <a:lvl2pPr marL="342917" indent="0">
              <a:buNone/>
              <a:defRPr/>
            </a:lvl2pPr>
            <a:lvl3pPr marL="685832" indent="0">
              <a:buNone/>
              <a:defRPr/>
            </a:lvl3pPr>
            <a:lvl4pPr marL="1028749" indent="0">
              <a:buNone/>
              <a:defRPr/>
            </a:lvl4pPr>
            <a:lvl5pPr marL="1371665" indent="0">
              <a:buNone/>
              <a:defRPr/>
            </a:lvl5pPr>
          </a:lstStyle>
          <a:p>
            <a:pPr marL="0" lvl="0" indent="0" algn="l" defTabSz="685800" rtl="0" eaLnBrk="1" latinLnBrk="0" hangingPunct="1">
              <a:lnSpc>
                <a:spcPct val="90000"/>
              </a:lnSpc>
              <a:spcBef>
                <a:spcPts val="750"/>
              </a:spcBef>
              <a:buClr>
                <a:srgbClr val="5987DA"/>
              </a:buClr>
              <a:buFont typeface="Arial" panose="020B0604020202020204" pitchFamily="34" charset="0"/>
              <a:buNone/>
            </a:pPr>
            <a:r>
              <a:rPr lang="en-US"/>
              <a:t>SUBTITLE</a:t>
            </a:r>
          </a:p>
        </p:txBody>
      </p:sp>
      <p:sp>
        <p:nvSpPr>
          <p:cNvPr id="19" name="Text Placeholder 26">
            <a:extLst>
              <a:ext uri="{FF2B5EF4-FFF2-40B4-BE49-F238E27FC236}">
                <a16:creationId xmlns:a16="http://schemas.microsoft.com/office/drawing/2014/main" id="{AC1C4115-3F62-43A7-8CEC-CC8D568A97B0}"/>
              </a:ext>
            </a:extLst>
          </p:cNvPr>
          <p:cNvSpPr>
            <a:spLocks noGrp="1"/>
          </p:cNvSpPr>
          <p:nvPr>
            <p:ph type="body" sz="quarter" idx="21" hasCustomPrompt="1"/>
          </p:nvPr>
        </p:nvSpPr>
        <p:spPr>
          <a:xfrm>
            <a:off x="4377955" y="2231205"/>
            <a:ext cx="4569533" cy="271812"/>
          </a:xfrm>
        </p:spPr>
        <p:txBody>
          <a:bodyPr anchor="b">
            <a:noAutofit/>
          </a:bodyPr>
          <a:lstStyle>
            <a:lvl1pPr marL="0" marR="0" indent="0" algn="r" defTabSz="685832" rtl="0" eaLnBrk="1" fontAlgn="auto" latinLnBrk="0" hangingPunct="1">
              <a:lnSpc>
                <a:spcPts val="1801"/>
              </a:lnSpc>
              <a:spcBef>
                <a:spcPts val="450"/>
              </a:spcBef>
              <a:spcAft>
                <a:spcPts val="0"/>
              </a:spcAft>
              <a:buClr>
                <a:srgbClr val="7692DD"/>
              </a:buClr>
              <a:buSzPct val="125000"/>
              <a:buFont typeface="Arial" panose="020B0604020202020204" pitchFamily="34" charset="0"/>
              <a:buNone/>
              <a:tabLst/>
              <a:defRPr sz="1200" b="1">
                <a:solidFill>
                  <a:srgbClr val="7692DD"/>
                </a:solidFill>
              </a:defRPr>
            </a:lvl1pPr>
            <a:lvl2pPr marL="342917" indent="0">
              <a:buNone/>
              <a:defRPr sz="1349" b="1">
                <a:solidFill>
                  <a:srgbClr val="7692DD"/>
                </a:solidFill>
              </a:defRPr>
            </a:lvl2pPr>
            <a:lvl3pPr marL="685832" indent="0">
              <a:buNone/>
              <a:defRPr sz="1349" b="1">
                <a:solidFill>
                  <a:srgbClr val="7692DD"/>
                </a:solidFill>
              </a:defRPr>
            </a:lvl3pPr>
            <a:lvl4pPr marL="1028749" indent="0">
              <a:buNone/>
              <a:defRPr sz="1349" b="1">
                <a:solidFill>
                  <a:srgbClr val="7692DD"/>
                </a:solidFill>
              </a:defRPr>
            </a:lvl4pPr>
            <a:lvl5pPr marL="1371665" indent="0">
              <a:buNone/>
              <a:defRPr sz="1349" b="1">
                <a:solidFill>
                  <a:srgbClr val="7692DD"/>
                </a:solidFill>
              </a:defRPr>
            </a:lvl5pPr>
          </a:lstStyle>
          <a:p>
            <a:pPr lvl="0"/>
            <a:r>
              <a:rPr lang="en-GB"/>
              <a:t>Presented by</a:t>
            </a:r>
            <a:endParaRPr lang="en-US"/>
          </a:p>
        </p:txBody>
      </p:sp>
      <p:sp>
        <p:nvSpPr>
          <p:cNvPr id="20" name="Text Placeholder 28">
            <a:extLst>
              <a:ext uri="{FF2B5EF4-FFF2-40B4-BE49-F238E27FC236}">
                <a16:creationId xmlns:a16="http://schemas.microsoft.com/office/drawing/2014/main" id="{109E6EE1-4367-4FD5-A663-0F08E4363D80}"/>
              </a:ext>
            </a:extLst>
          </p:cNvPr>
          <p:cNvSpPr>
            <a:spLocks noGrp="1"/>
          </p:cNvSpPr>
          <p:nvPr>
            <p:ph type="body" sz="quarter" idx="22" hasCustomPrompt="1"/>
          </p:nvPr>
        </p:nvSpPr>
        <p:spPr>
          <a:xfrm>
            <a:off x="4377955" y="2513372"/>
            <a:ext cx="4569533" cy="264403"/>
          </a:xfrm>
        </p:spPr>
        <p:txBody>
          <a:bodyPr anchor="b">
            <a:normAutofit/>
          </a:bodyPr>
          <a:lstStyle>
            <a:lvl1pPr marL="0" indent="0" algn="r">
              <a:buNone/>
              <a:defRPr sz="1200" b="1">
                <a:solidFill>
                  <a:schemeClr val="tx1"/>
                </a:solidFill>
              </a:defRPr>
            </a:lvl1pPr>
            <a:lvl2pPr marL="342917" indent="0">
              <a:buNone/>
              <a:defRPr b="1"/>
            </a:lvl2pPr>
            <a:lvl3pPr marL="685832" indent="0">
              <a:buNone/>
              <a:defRPr b="1"/>
            </a:lvl3pPr>
            <a:lvl4pPr marL="1028749" indent="0">
              <a:buNone/>
              <a:defRPr b="1"/>
            </a:lvl4pPr>
            <a:lvl5pPr marL="1371665" indent="0">
              <a:buNone/>
              <a:defRPr b="1"/>
            </a:lvl5pPr>
          </a:lstStyle>
          <a:p>
            <a:pPr lvl="0"/>
            <a:r>
              <a:rPr lang="en-GB"/>
              <a:t>Date</a:t>
            </a:r>
            <a:endParaRPr lang="en-US"/>
          </a:p>
        </p:txBody>
      </p:sp>
      <p:sp>
        <p:nvSpPr>
          <p:cNvPr id="22" name="Text Placeholder 30">
            <a:extLst>
              <a:ext uri="{FF2B5EF4-FFF2-40B4-BE49-F238E27FC236}">
                <a16:creationId xmlns:a16="http://schemas.microsoft.com/office/drawing/2014/main" id="{AF6AA763-CACF-4D32-9856-931F58ECFE57}"/>
              </a:ext>
            </a:extLst>
          </p:cNvPr>
          <p:cNvSpPr>
            <a:spLocks noGrp="1"/>
          </p:cNvSpPr>
          <p:nvPr>
            <p:ph type="body" sz="quarter" idx="23" hasCustomPrompt="1"/>
          </p:nvPr>
        </p:nvSpPr>
        <p:spPr>
          <a:xfrm>
            <a:off x="2416628" y="1963921"/>
            <a:ext cx="6530860" cy="266038"/>
          </a:xfrm>
        </p:spPr>
        <p:txBody>
          <a:bodyPr anchor="b">
            <a:noAutofit/>
          </a:bodyPr>
          <a:lstStyle>
            <a:lvl1pPr marL="0" marR="0" indent="0" algn="r" defTabSz="685832" rtl="0" eaLnBrk="1" fontAlgn="auto" latinLnBrk="0" hangingPunct="1">
              <a:lnSpc>
                <a:spcPct val="100000"/>
              </a:lnSpc>
              <a:spcBef>
                <a:spcPts val="450"/>
              </a:spcBef>
              <a:spcAft>
                <a:spcPts val="0"/>
              </a:spcAft>
              <a:buClr>
                <a:srgbClr val="7692DD"/>
              </a:buClr>
              <a:buSzPct val="125000"/>
              <a:buFont typeface="Arial" panose="020B0604020202020204" pitchFamily="34" charset="0"/>
              <a:buNone/>
              <a:tabLst/>
              <a:defRPr sz="1200" b="1">
                <a:solidFill>
                  <a:srgbClr val="7692DD"/>
                </a:solidFill>
              </a:defRPr>
            </a:lvl1pPr>
            <a:lvl2pPr marL="342917" indent="0">
              <a:buNone/>
              <a:defRPr sz="1349" b="1">
                <a:solidFill>
                  <a:srgbClr val="7692DD"/>
                </a:solidFill>
              </a:defRPr>
            </a:lvl2pPr>
            <a:lvl3pPr marL="685832" indent="0">
              <a:buNone/>
              <a:defRPr sz="1349" b="1">
                <a:solidFill>
                  <a:srgbClr val="7692DD"/>
                </a:solidFill>
              </a:defRPr>
            </a:lvl3pPr>
            <a:lvl4pPr marL="1028749" indent="0">
              <a:buNone/>
              <a:defRPr sz="1349" b="1">
                <a:solidFill>
                  <a:srgbClr val="7692DD"/>
                </a:solidFill>
              </a:defRPr>
            </a:lvl4pPr>
            <a:lvl5pPr marL="1371665" indent="0">
              <a:buNone/>
              <a:defRPr sz="1349" b="1">
                <a:solidFill>
                  <a:srgbClr val="7692DD"/>
                </a:solidFill>
              </a:defRPr>
            </a:lvl5pPr>
          </a:lstStyle>
          <a:p>
            <a:pPr lvl="0"/>
            <a:r>
              <a:rPr lang="en-GB"/>
              <a:t>Presented to</a:t>
            </a:r>
          </a:p>
        </p:txBody>
      </p:sp>
      <p:sp>
        <p:nvSpPr>
          <p:cNvPr id="23" name="Rectangle 22">
            <a:extLst>
              <a:ext uri="{FF2B5EF4-FFF2-40B4-BE49-F238E27FC236}">
                <a16:creationId xmlns:a16="http://schemas.microsoft.com/office/drawing/2014/main" id="{F3977E53-E110-4A0E-98B9-06C6CD026B7C}"/>
              </a:ext>
            </a:extLst>
          </p:cNvPr>
          <p:cNvSpPr/>
          <p:nvPr/>
        </p:nvSpPr>
        <p:spPr>
          <a:xfrm>
            <a:off x="7999921" y="1134916"/>
            <a:ext cx="866885" cy="894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49"/>
          </a:p>
        </p:txBody>
      </p:sp>
      <p:sp>
        <p:nvSpPr>
          <p:cNvPr id="14" name="Title 24">
            <a:extLst>
              <a:ext uri="{FF2B5EF4-FFF2-40B4-BE49-F238E27FC236}">
                <a16:creationId xmlns:a16="http://schemas.microsoft.com/office/drawing/2014/main" id="{740DB622-3C79-534E-826F-5EED30F472FF}"/>
              </a:ext>
            </a:extLst>
          </p:cNvPr>
          <p:cNvSpPr>
            <a:spLocks noGrp="1"/>
          </p:cNvSpPr>
          <p:nvPr>
            <p:ph type="title" hasCustomPrompt="1"/>
          </p:nvPr>
        </p:nvSpPr>
        <p:spPr>
          <a:xfrm>
            <a:off x="2416629" y="61283"/>
            <a:ext cx="6530859" cy="1068455"/>
          </a:xfrm>
        </p:spPr>
        <p:txBody>
          <a:bodyPr anchor="b"/>
          <a:lstStyle>
            <a:lvl1pPr algn="r">
              <a:lnSpc>
                <a:spcPct val="100000"/>
              </a:lnSpc>
              <a:defRPr sz="3300" baseline="0">
                <a:solidFill>
                  <a:schemeClr val="tx1"/>
                </a:solidFill>
              </a:defRPr>
            </a:lvl1pPr>
          </a:lstStyle>
          <a:p>
            <a:r>
              <a:rPr lang="en-GB"/>
              <a:t>Photo title slide</a:t>
            </a:r>
            <a:endParaRPr lang="en-US"/>
          </a:p>
        </p:txBody>
      </p:sp>
      <p:sp>
        <p:nvSpPr>
          <p:cNvPr id="10" name="TextBox 9">
            <a:extLst>
              <a:ext uri="{FF2B5EF4-FFF2-40B4-BE49-F238E27FC236}">
                <a16:creationId xmlns:a16="http://schemas.microsoft.com/office/drawing/2014/main" id="{E0D50DA9-BE41-4089-9848-5DCF72AE87B3}"/>
              </a:ext>
            </a:extLst>
          </p:cNvPr>
          <p:cNvSpPr txBox="1"/>
          <p:nvPr/>
        </p:nvSpPr>
        <p:spPr>
          <a:xfrm>
            <a:off x="6048952" y="4847839"/>
            <a:ext cx="2987785" cy="184593"/>
          </a:xfrm>
          <a:prstGeom prst="rect">
            <a:avLst/>
          </a:prstGeom>
          <a:noFill/>
        </p:spPr>
        <p:txBody>
          <a:bodyPr wrap="none" lIns="0" tIns="0" rIns="0" bIns="0" rtlCol="0">
            <a:noAutofit/>
          </a:bodyPr>
          <a:lstStyle/>
          <a:p>
            <a:pPr marL="0" marR="0" indent="0" algn="r" defTabSz="457189" rtl="0" eaLnBrk="1" fontAlgn="auto" latinLnBrk="0" hangingPunct="1">
              <a:lnSpc>
                <a:spcPct val="100000"/>
              </a:lnSpc>
              <a:spcBef>
                <a:spcPts val="0"/>
              </a:spcBef>
              <a:spcAft>
                <a:spcPts val="0"/>
              </a:spcAft>
              <a:buClrTx/>
              <a:buSzTx/>
              <a:buFontTx/>
              <a:buNone/>
              <a:tabLst/>
              <a:defRPr/>
            </a:pPr>
            <a:r>
              <a:rPr lang="en-GB" sz="600" b="0" i="0" u="none" strike="noStrike" kern="1200" baseline="0">
                <a:solidFill>
                  <a:schemeClr val="bg1"/>
                </a:solidFill>
                <a:latin typeface="Roboto" pitchFamily="2" charset="0"/>
                <a:ea typeface="Roboto" pitchFamily="2" charset="0"/>
                <a:cs typeface="+mn-cs"/>
              </a:rPr>
              <a:t>© 2021 MSCI Inc. All rights reserved. </a:t>
            </a:r>
          </a:p>
          <a:p>
            <a:pPr marL="0" marR="0" indent="0" algn="r" defTabSz="457189" rtl="0" eaLnBrk="1" fontAlgn="auto" latinLnBrk="0" hangingPunct="1">
              <a:lnSpc>
                <a:spcPct val="100000"/>
              </a:lnSpc>
              <a:spcBef>
                <a:spcPts val="0"/>
              </a:spcBef>
              <a:spcAft>
                <a:spcPts val="0"/>
              </a:spcAft>
              <a:buClrTx/>
              <a:buSzTx/>
              <a:buFontTx/>
              <a:buNone/>
              <a:tabLst/>
              <a:defRPr/>
            </a:pPr>
            <a:r>
              <a:rPr lang="en-GB" sz="600" b="0" i="0" u="none" strike="noStrike" kern="1200" baseline="0">
                <a:solidFill>
                  <a:schemeClr val="bg1"/>
                </a:solidFill>
                <a:latin typeface="Roboto" pitchFamily="2" charset="0"/>
                <a:ea typeface="Roboto" pitchFamily="2" charset="0"/>
                <a:cs typeface="+mn-cs"/>
              </a:rPr>
              <a:t>Please refer to the disclaimer at the end of this document.</a:t>
            </a:r>
          </a:p>
        </p:txBody>
      </p:sp>
    </p:spTree>
    <p:extLst>
      <p:ext uri="{BB962C8B-B14F-4D97-AF65-F5344CB8AC3E}">
        <p14:creationId xmlns:p14="http://schemas.microsoft.com/office/powerpoint/2010/main" val="3213608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 Divider">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E405A5F-5E9C-4708-A26C-EDAAD0A4D329}"/>
              </a:ext>
            </a:extLst>
          </p:cNvPr>
          <p:cNvSpPr>
            <a:spLocks noGrp="1"/>
          </p:cNvSpPr>
          <p:nvPr>
            <p:ph type="pic" sz="quarter" idx="12" hasCustomPrompt="1"/>
          </p:nvPr>
        </p:nvSpPr>
        <p:spPr>
          <a:xfrm>
            <a:off x="4569620" y="68428"/>
            <a:ext cx="4500562" cy="5000064"/>
          </a:xfrm>
        </p:spPr>
        <p:txBody>
          <a:bodyPr anchor="ctr">
            <a:normAutofit/>
          </a:bodyPr>
          <a:lstStyle>
            <a:lvl1pPr marL="0" indent="0" algn="ctr">
              <a:buNone/>
              <a:defRPr sz="1801">
                <a:solidFill>
                  <a:schemeClr val="tx2"/>
                </a:solidFill>
              </a:defRPr>
            </a:lvl1pPr>
          </a:lstStyle>
          <a:p>
            <a:r>
              <a:rPr lang="en-US"/>
              <a:t>Click on icon to add picture</a:t>
            </a:r>
          </a:p>
        </p:txBody>
      </p:sp>
      <p:sp>
        <p:nvSpPr>
          <p:cNvPr id="4" name="object 2">
            <a:extLst>
              <a:ext uri="{FF2B5EF4-FFF2-40B4-BE49-F238E27FC236}">
                <a16:creationId xmlns:a16="http://schemas.microsoft.com/office/drawing/2014/main" id="{AD6220C6-5EEB-8342-A09D-8F9FF052FD81}"/>
              </a:ext>
            </a:extLst>
          </p:cNvPr>
          <p:cNvSpPr/>
          <p:nvPr/>
        </p:nvSpPr>
        <p:spPr>
          <a:xfrm>
            <a:off x="71439" y="71438"/>
            <a:ext cx="4500562" cy="5000625"/>
          </a:xfrm>
          <a:custGeom>
            <a:avLst/>
            <a:gdLst/>
            <a:ahLst/>
            <a:cxnLst/>
            <a:rect l="l" t="t" r="r" b="b"/>
            <a:pathLst>
              <a:path w="14401800" h="8001000">
                <a:moveTo>
                  <a:pt x="0" y="8001000"/>
                </a:moveTo>
                <a:lnTo>
                  <a:pt x="14401800" y="8001000"/>
                </a:lnTo>
                <a:lnTo>
                  <a:pt x="14401800" y="0"/>
                </a:lnTo>
                <a:lnTo>
                  <a:pt x="0" y="0"/>
                </a:lnTo>
                <a:lnTo>
                  <a:pt x="0" y="8001000"/>
                </a:lnTo>
                <a:close/>
              </a:path>
            </a:pathLst>
          </a:custGeom>
          <a:solidFill>
            <a:srgbClr val="7692DD"/>
          </a:solidFill>
        </p:spPr>
        <p:txBody>
          <a:bodyPr wrap="square" lIns="0" tIns="0" rIns="0" bIns="0" rtlCol="0"/>
          <a:lstStyle/>
          <a:p>
            <a:endParaRPr sz="937"/>
          </a:p>
        </p:txBody>
      </p:sp>
      <p:sp>
        <p:nvSpPr>
          <p:cNvPr id="6" name="Rectangle 5">
            <a:extLst>
              <a:ext uri="{FF2B5EF4-FFF2-40B4-BE49-F238E27FC236}">
                <a16:creationId xmlns:a16="http://schemas.microsoft.com/office/drawing/2014/main" id="{B9C6538A-7D16-434A-B207-C835B6123132}"/>
              </a:ext>
            </a:extLst>
          </p:cNvPr>
          <p:cNvSpPr/>
          <p:nvPr/>
        </p:nvSpPr>
        <p:spPr>
          <a:xfrm>
            <a:off x="457157" y="3580076"/>
            <a:ext cx="866885" cy="894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49"/>
          </a:p>
        </p:txBody>
      </p:sp>
      <p:sp>
        <p:nvSpPr>
          <p:cNvPr id="25" name="Title 24">
            <a:extLst>
              <a:ext uri="{FF2B5EF4-FFF2-40B4-BE49-F238E27FC236}">
                <a16:creationId xmlns:a16="http://schemas.microsoft.com/office/drawing/2014/main" id="{D819790F-5096-B54E-A9AF-A1619D5976C1}"/>
              </a:ext>
            </a:extLst>
          </p:cNvPr>
          <p:cNvSpPr>
            <a:spLocks noGrp="1"/>
          </p:cNvSpPr>
          <p:nvPr>
            <p:ph type="title" hasCustomPrompt="1"/>
          </p:nvPr>
        </p:nvSpPr>
        <p:spPr>
          <a:xfrm>
            <a:off x="360338" y="2027033"/>
            <a:ext cx="4209333" cy="1573079"/>
          </a:xfrm>
        </p:spPr>
        <p:txBody>
          <a:bodyPr anchor="b"/>
          <a:lstStyle>
            <a:lvl1pPr>
              <a:defRPr sz="3299">
                <a:solidFill>
                  <a:schemeClr val="bg1"/>
                </a:solidFill>
              </a:defRPr>
            </a:lvl1pPr>
          </a:lstStyle>
          <a:p>
            <a:r>
              <a:rPr lang="en-GB"/>
              <a:t>Photo divider slide</a:t>
            </a:r>
            <a:endParaRPr lang="en-US"/>
          </a:p>
        </p:txBody>
      </p:sp>
      <p:sp>
        <p:nvSpPr>
          <p:cNvPr id="8" name="Text Placeholder 7">
            <a:extLst>
              <a:ext uri="{FF2B5EF4-FFF2-40B4-BE49-F238E27FC236}">
                <a16:creationId xmlns:a16="http://schemas.microsoft.com/office/drawing/2014/main" id="{27A48556-6DEE-2741-9D26-1CAF28E2E40E}"/>
              </a:ext>
            </a:extLst>
          </p:cNvPr>
          <p:cNvSpPr>
            <a:spLocks noGrp="1"/>
          </p:cNvSpPr>
          <p:nvPr>
            <p:ph type="body" sz="quarter" idx="11" hasCustomPrompt="1"/>
          </p:nvPr>
        </p:nvSpPr>
        <p:spPr>
          <a:xfrm>
            <a:off x="360336" y="3823410"/>
            <a:ext cx="4209333" cy="597694"/>
          </a:xfrm>
        </p:spPr>
        <p:txBody>
          <a:bodyPr>
            <a:noAutofit/>
          </a:bodyPr>
          <a:lstStyle>
            <a:lvl1pPr marL="0" indent="0">
              <a:buFont typeface="Arial" panose="020B0604020202020204" pitchFamily="34" charset="0"/>
              <a:buNone/>
              <a:defRPr sz="1801" b="1">
                <a:solidFill>
                  <a:schemeClr val="bg1">
                    <a:lumMod val="85000"/>
                  </a:schemeClr>
                </a:solidFill>
              </a:defRPr>
            </a:lvl1pPr>
            <a:lvl2pPr marL="342917" indent="0">
              <a:buFont typeface="Arial" panose="020B0604020202020204" pitchFamily="34" charset="0"/>
              <a:buNone/>
              <a:defRPr sz="2099" b="1">
                <a:solidFill>
                  <a:schemeClr val="bg1"/>
                </a:solidFill>
              </a:defRPr>
            </a:lvl2pPr>
            <a:lvl3pPr marL="685832" indent="0">
              <a:buFont typeface="Arial" panose="020B0604020202020204" pitchFamily="34" charset="0"/>
              <a:buNone/>
              <a:defRPr sz="2099" b="1">
                <a:solidFill>
                  <a:schemeClr val="bg1"/>
                </a:solidFill>
              </a:defRPr>
            </a:lvl3pPr>
            <a:lvl4pPr marL="1028749" indent="0">
              <a:buFont typeface="Arial" panose="020B0604020202020204" pitchFamily="34" charset="0"/>
              <a:buNone/>
              <a:defRPr sz="2099" b="1">
                <a:solidFill>
                  <a:schemeClr val="bg1"/>
                </a:solidFill>
              </a:defRPr>
            </a:lvl4pPr>
            <a:lvl5pPr marL="1371665" indent="0">
              <a:buFont typeface="Arial" panose="020B0604020202020204" pitchFamily="34" charset="0"/>
              <a:buNone/>
              <a:defRPr sz="2099" b="1">
                <a:solidFill>
                  <a:schemeClr val="bg1"/>
                </a:solidFill>
              </a:defRPr>
            </a:lvl5pPr>
          </a:lstStyle>
          <a:p>
            <a:pPr lvl="0"/>
            <a:r>
              <a:rPr lang="en-GB"/>
              <a:t>SUBTITLE</a:t>
            </a:r>
          </a:p>
        </p:txBody>
      </p:sp>
      <p:sp>
        <p:nvSpPr>
          <p:cNvPr id="9" name="Slide Number Placeholder 5">
            <a:extLst>
              <a:ext uri="{FF2B5EF4-FFF2-40B4-BE49-F238E27FC236}">
                <a16:creationId xmlns:a16="http://schemas.microsoft.com/office/drawing/2014/main" id="{B6EB2C5C-373D-FB48-973F-C38F50B9350C}"/>
              </a:ext>
            </a:extLst>
          </p:cNvPr>
          <p:cNvSpPr>
            <a:spLocks noGrp="1"/>
          </p:cNvSpPr>
          <p:nvPr>
            <p:ph type="sldNum" sz="quarter" idx="4"/>
          </p:nvPr>
        </p:nvSpPr>
        <p:spPr>
          <a:xfrm>
            <a:off x="8589364" y="4827028"/>
            <a:ext cx="517361" cy="273844"/>
          </a:xfrm>
          <a:prstGeom prst="rect">
            <a:avLst/>
          </a:prstGeom>
        </p:spPr>
        <p:txBody>
          <a:bodyPr vert="horz" lIns="91440" tIns="45720" rIns="91440" bIns="45720" rtlCol="0" anchor="ctr"/>
          <a:lstStyle>
            <a:lvl1pPr algn="r">
              <a:defRPr sz="899">
                <a:solidFill>
                  <a:schemeClr val="tx1"/>
                </a:solidFill>
              </a:defRPr>
            </a:lvl1pPr>
          </a:lstStyle>
          <a:p>
            <a:fld id="{93AC2C76-E6AA-46CB-A2DE-F6E097F7C440}" type="slidenum">
              <a:rPr lang="en-GB" smtClean="0"/>
              <a:pPr/>
              <a:t>‹#›</a:t>
            </a:fld>
            <a:endParaRPr lang="en-GB"/>
          </a:p>
        </p:txBody>
      </p:sp>
      <p:grpSp>
        <p:nvGrpSpPr>
          <p:cNvPr id="11" name="Graphic 11">
            <a:extLst>
              <a:ext uri="{FF2B5EF4-FFF2-40B4-BE49-F238E27FC236}">
                <a16:creationId xmlns:a16="http://schemas.microsoft.com/office/drawing/2014/main" id="{E52DA049-E57D-804B-A880-BE827A42D678}"/>
              </a:ext>
            </a:extLst>
          </p:cNvPr>
          <p:cNvGrpSpPr>
            <a:grpSpLocks noChangeAspect="1"/>
          </p:cNvGrpSpPr>
          <p:nvPr/>
        </p:nvGrpSpPr>
        <p:grpSpPr>
          <a:xfrm>
            <a:off x="242615" y="198894"/>
            <a:ext cx="1080000" cy="288138"/>
            <a:chOff x="5925389" y="-67473"/>
            <a:chExt cx="1453278" cy="387715"/>
          </a:xfrm>
          <a:solidFill>
            <a:schemeClr val="bg1"/>
          </a:solidFill>
        </p:grpSpPr>
        <p:sp>
          <p:nvSpPr>
            <p:cNvPr id="12" name="Freeform 11">
              <a:extLst>
                <a:ext uri="{FF2B5EF4-FFF2-40B4-BE49-F238E27FC236}">
                  <a16:creationId xmlns:a16="http://schemas.microsoft.com/office/drawing/2014/main" id="{694B24F9-D20F-0A43-AEFF-F9B1B363CF93}"/>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grpFill/>
            <a:ln w="1819"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EBB98CE6-D74D-B74F-B991-55AC2AD72166}"/>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grpFill/>
            <a:ln w="1819"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364BBAAB-8AE3-2B43-BB0F-B65539FFD21E}"/>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grpFill/>
            <a:ln w="1819"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06264854-8EE6-3D4B-AFFD-C0FFE9D524D1}"/>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grpFill/>
            <a:ln w="1819"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563248B5-52B4-314F-853E-345695C1AE2A}"/>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grpFill/>
            <a:ln w="1819" cap="flat">
              <a:noFill/>
              <a:prstDash val="solid"/>
              <a:miter/>
            </a:ln>
          </p:spPr>
          <p:txBody>
            <a:bodyPr rtlCol="0" anchor="ctr"/>
            <a:lstStyle/>
            <a:p>
              <a:endParaRPr lang="en-US"/>
            </a:p>
          </p:txBody>
        </p:sp>
      </p:grpSp>
    </p:spTree>
    <p:extLst>
      <p:ext uri="{BB962C8B-B14F-4D97-AF65-F5344CB8AC3E}">
        <p14:creationId xmlns:p14="http://schemas.microsoft.com/office/powerpoint/2010/main" val="1038647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_Photo_option 1">
    <p:spTree>
      <p:nvGrpSpPr>
        <p:cNvPr id="1" name=""/>
        <p:cNvGrpSpPr/>
        <p:nvPr/>
      </p:nvGrpSpPr>
      <p:grpSpPr>
        <a:xfrm>
          <a:off x="0" y="0"/>
          <a:ext cx="0" cy="0"/>
          <a:chOff x="0" y="0"/>
          <a:chExt cx="0" cy="0"/>
        </a:xfrm>
      </p:grpSpPr>
      <p:sp>
        <p:nvSpPr>
          <p:cNvPr id="10" name="object 12">
            <a:extLst>
              <a:ext uri="{FF2B5EF4-FFF2-40B4-BE49-F238E27FC236}">
                <a16:creationId xmlns:a16="http://schemas.microsoft.com/office/drawing/2014/main" id="{6BF32556-AD99-456C-AB03-E5B47CF1AF7C}"/>
              </a:ext>
            </a:extLst>
          </p:cNvPr>
          <p:cNvSpPr/>
          <p:nvPr/>
        </p:nvSpPr>
        <p:spPr>
          <a:xfrm>
            <a:off x="71439" y="71437"/>
            <a:ext cx="9001125" cy="860738"/>
          </a:xfrm>
          <a:custGeom>
            <a:avLst/>
            <a:gdLst/>
            <a:ahLst/>
            <a:cxnLst/>
            <a:rect l="l" t="t" r="r" b="b"/>
            <a:pathLst>
              <a:path w="14401800" h="1057275">
                <a:moveTo>
                  <a:pt x="0" y="1057148"/>
                </a:moveTo>
                <a:lnTo>
                  <a:pt x="14401800" y="1057148"/>
                </a:lnTo>
                <a:lnTo>
                  <a:pt x="14401800" y="0"/>
                </a:lnTo>
                <a:lnTo>
                  <a:pt x="0" y="0"/>
                </a:lnTo>
                <a:lnTo>
                  <a:pt x="0" y="1057148"/>
                </a:lnTo>
                <a:close/>
              </a:path>
            </a:pathLst>
          </a:custGeom>
          <a:solidFill>
            <a:srgbClr val="D5D7D5"/>
          </a:solidFill>
        </p:spPr>
        <p:txBody>
          <a:bodyPr wrap="square" lIns="0" tIns="0" rIns="0" bIns="0" rtlCol="0"/>
          <a:lstStyle/>
          <a:p>
            <a:endParaRPr sz="937"/>
          </a:p>
        </p:txBody>
      </p:sp>
      <p:sp>
        <p:nvSpPr>
          <p:cNvPr id="2" name="Title 1">
            <a:extLst>
              <a:ext uri="{FF2B5EF4-FFF2-40B4-BE49-F238E27FC236}">
                <a16:creationId xmlns:a16="http://schemas.microsoft.com/office/drawing/2014/main" id="{1E7A5735-061F-9F42-B3AD-2999EFE33347}"/>
              </a:ext>
            </a:extLst>
          </p:cNvPr>
          <p:cNvSpPr>
            <a:spLocks noGrp="1"/>
          </p:cNvSpPr>
          <p:nvPr>
            <p:ph type="title" hasCustomPrompt="1"/>
          </p:nvPr>
        </p:nvSpPr>
        <p:spPr>
          <a:xfrm>
            <a:off x="285749" y="76302"/>
            <a:ext cx="4209813" cy="855873"/>
          </a:xfrm>
        </p:spPr>
        <p:txBody>
          <a:bodyPr anchor="ctr"/>
          <a:lstStyle>
            <a:lvl1pPr>
              <a:defRPr sz="2400"/>
            </a:lvl1pPr>
          </a:lstStyle>
          <a:p>
            <a:r>
              <a:rPr lang="en-US"/>
              <a:t>Slide header</a:t>
            </a:r>
          </a:p>
        </p:txBody>
      </p:sp>
      <p:sp>
        <p:nvSpPr>
          <p:cNvPr id="4" name="Picture Placeholder 3">
            <a:extLst>
              <a:ext uri="{FF2B5EF4-FFF2-40B4-BE49-F238E27FC236}">
                <a16:creationId xmlns:a16="http://schemas.microsoft.com/office/drawing/2014/main" id="{8C0E6149-0078-4DA6-B34A-D6C12FDAE469}"/>
              </a:ext>
            </a:extLst>
          </p:cNvPr>
          <p:cNvSpPr>
            <a:spLocks noGrp="1"/>
          </p:cNvSpPr>
          <p:nvPr>
            <p:ph type="pic" sz="quarter" idx="10" hasCustomPrompt="1"/>
          </p:nvPr>
        </p:nvSpPr>
        <p:spPr>
          <a:xfrm>
            <a:off x="4495801" y="71438"/>
            <a:ext cx="4574381" cy="4916091"/>
          </a:xfrm>
        </p:spPr>
        <p:txBody>
          <a:bodyPr anchor="ctr">
            <a:normAutofit/>
          </a:bodyPr>
          <a:lstStyle>
            <a:lvl1pPr marL="0" indent="0" algn="ctr">
              <a:buNone/>
              <a:defRPr sz="1801">
                <a:solidFill>
                  <a:schemeClr val="tx2"/>
                </a:solidFill>
              </a:defRPr>
            </a:lvl1pPr>
          </a:lstStyle>
          <a:p>
            <a:r>
              <a:rPr lang="en-US"/>
              <a:t>Click on icon to add picture</a:t>
            </a:r>
          </a:p>
        </p:txBody>
      </p:sp>
      <p:sp>
        <p:nvSpPr>
          <p:cNvPr id="7" name="Text Placeholder 3">
            <a:extLst>
              <a:ext uri="{FF2B5EF4-FFF2-40B4-BE49-F238E27FC236}">
                <a16:creationId xmlns:a16="http://schemas.microsoft.com/office/drawing/2014/main" id="{6F2CD912-072F-B842-882C-C0DA750DDD07}"/>
              </a:ext>
            </a:extLst>
          </p:cNvPr>
          <p:cNvSpPr>
            <a:spLocks noGrp="1"/>
          </p:cNvSpPr>
          <p:nvPr>
            <p:ph type="body" sz="quarter" idx="12" hasCustomPrompt="1"/>
          </p:nvPr>
        </p:nvSpPr>
        <p:spPr>
          <a:xfrm>
            <a:off x="1278733" y="4753671"/>
            <a:ext cx="7002955" cy="273844"/>
          </a:xfrm>
        </p:spPr>
        <p:txBody>
          <a:bodyPr anchor="ctr">
            <a:normAutofit/>
          </a:bodyPr>
          <a:lstStyle>
            <a:lvl1pPr marL="0" indent="0">
              <a:lnSpc>
                <a:spcPct val="100000"/>
              </a:lnSpc>
              <a:spcBef>
                <a:spcPts val="0"/>
              </a:spcBef>
              <a:buNone/>
              <a:defRPr sz="601"/>
            </a:lvl1pPr>
            <a:lvl2pPr marL="211946" indent="0">
              <a:buNone/>
              <a:defRPr/>
            </a:lvl2pPr>
            <a:lvl3pPr marL="469140" indent="0">
              <a:buNone/>
              <a:defRPr/>
            </a:lvl3pPr>
            <a:lvl4pPr marL="646556" indent="0">
              <a:buNone/>
              <a:defRPr/>
            </a:lvl4pPr>
            <a:lvl5pPr marL="903749" indent="0">
              <a:buNone/>
              <a:defRPr/>
            </a:lvl5pPr>
          </a:lstStyle>
          <a:p>
            <a:pPr lvl="0"/>
            <a:r>
              <a:rPr lang="en-US"/>
              <a:t>Click to add footnotes and sources</a:t>
            </a:r>
          </a:p>
        </p:txBody>
      </p:sp>
      <p:grpSp>
        <p:nvGrpSpPr>
          <p:cNvPr id="8" name="Graphic 11">
            <a:extLst>
              <a:ext uri="{FF2B5EF4-FFF2-40B4-BE49-F238E27FC236}">
                <a16:creationId xmlns:a16="http://schemas.microsoft.com/office/drawing/2014/main" id="{30BD5E63-C1C7-0B43-9451-42255580500C}"/>
              </a:ext>
            </a:extLst>
          </p:cNvPr>
          <p:cNvGrpSpPr>
            <a:grpSpLocks noChangeAspect="1"/>
          </p:cNvGrpSpPr>
          <p:nvPr/>
        </p:nvGrpSpPr>
        <p:grpSpPr>
          <a:xfrm>
            <a:off x="188060" y="4726688"/>
            <a:ext cx="972000" cy="259323"/>
            <a:chOff x="5925389" y="-67473"/>
            <a:chExt cx="1453278" cy="387715"/>
          </a:xfrm>
        </p:grpSpPr>
        <p:sp>
          <p:nvSpPr>
            <p:cNvPr id="9" name="Freeform 8">
              <a:extLst>
                <a:ext uri="{FF2B5EF4-FFF2-40B4-BE49-F238E27FC236}">
                  <a16:creationId xmlns:a16="http://schemas.microsoft.com/office/drawing/2014/main" id="{307ACE2A-F5EB-5045-BEDD-A829ABA1FF6C}"/>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solidFill>
              <a:srgbClr val="0C1C2B"/>
            </a:solidFill>
            <a:ln w="1819"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3BA152F4-4E2D-E449-823E-CEC86A98E8F6}"/>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solidFill>
              <a:srgbClr val="0C1C2B"/>
            </a:solidFill>
            <a:ln w="1819"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3895D593-6A2E-9D41-9EAB-BD2B1B492B2E}"/>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solidFill>
              <a:srgbClr val="0C1C2B"/>
            </a:solidFill>
            <a:ln w="1819"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B59F6B01-C5CE-454B-A28B-62F1A1CBF75D}"/>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solidFill>
              <a:srgbClr val="0C1C2B"/>
            </a:solidFill>
            <a:ln w="1819"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43BD3CD0-ADA4-E644-BE11-1CE5E4919AD6}"/>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solidFill>
              <a:srgbClr val="213A8F"/>
            </a:solidFill>
            <a:ln w="1819" cap="flat">
              <a:noFill/>
              <a:prstDash val="solid"/>
              <a:miter/>
            </a:ln>
          </p:spPr>
          <p:txBody>
            <a:bodyPr rtlCol="0" anchor="ctr"/>
            <a:lstStyle/>
            <a:p>
              <a:endParaRPr lang="en-US"/>
            </a:p>
          </p:txBody>
        </p:sp>
      </p:grpSp>
    </p:spTree>
    <p:extLst>
      <p:ext uri="{BB962C8B-B14F-4D97-AF65-F5344CB8AC3E}">
        <p14:creationId xmlns:p14="http://schemas.microsoft.com/office/powerpoint/2010/main" val="221000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er only">
    <p:spTree>
      <p:nvGrpSpPr>
        <p:cNvPr id="1" name=""/>
        <p:cNvGrpSpPr/>
        <p:nvPr/>
      </p:nvGrpSpPr>
      <p:grpSpPr>
        <a:xfrm>
          <a:off x="0" y="0"/>
          <a:ext cx="0" cy="0"/>
          <a:chOff x="0" y="0"/>
          <a:chExt cx="0" cy="0"/>
        </a:xfrm>
      </p:grpSpPr>
      <p:sp>
        <p:nvSpPr>
          <p:cNvPr id="10" name="object 12">
            <a:extLst>
              <a:ext uri="{FF2B5EF4-FFF2-40B4-BE49-F238E27FC236}">
                <a16:creationId xmlns:a16="http://schemas.microsoft.com/office/drawing/2014/main" id="{6BF32556-AD99-456C-AB03-E5B47CF1AF7C}"/>
              </a:ext>
            </a:extLst>
          </p:cNvPr>
          <p:cNvSpPr/>
          <p:nvPr/>
        </p:nvSpPr>
        <p:spPr>
          <a:xfrm>
            <a:off x="71439" y="71437"/>
            <a:ext cx="9001125" cy="860738"/>
          </a:xfrm>
          <a:custGeom>
            <a:avLst/>
            <a:gdLst/>
            <a:ahLst/>
            <a:cxnLst/>
            <a:rect l="l" t="t" r="r" b="b"/>
            <a:pathLst>
              <a:path w="14401800" h="1057275">
                <a:moveTo>
                  <a:pt x="0" y="1057148"/>
                </a:moveTo>
                <a:lnTo>
                  <a:pt x="14401800" y="1057148"/>
                </a:lnTo>
                <a:lnTo>
                  <a:pt x="14401800" y="0"/>
                </a:lnTo>
                <a:lnTo>
                  <a:pt x="0" y="0"/>
                </a:lnTo>
                <a:lnTo>
                  <a:pt x="0" y="1057148"/>
                </a:lnTo>
                <a:close/>
              </a:path>
            </a:pathLst>
          </a:custGeom>
          <a:solidFill>
            <a:srgbClr val="D5D7D5"/>
          </a:solidFill>
        </p:spPr>
        <p:txBody>
          <a:bodyPr wrap="square" lIns="0" tIns="0" rIns="0" bIns="0" rtlCol="0"/>
          <a:lstStyle/>
          <a:p>
            <a:endParaRPr sz="937"/>
          </a:p>
        </p:txBody>
      </p:sp>
      <p:sp>
        <p:nvSpPr>
          <p:cNvPr id="2" name="Title 1">
            <a:extLst>
              <a:ext uri="{FF2B5EF4-FFF2-40B4-BE49-F238E27FC236}">
                <a16:creationId xmlns:a16="http://schemas.microsoft.com/office/drawing/2014/main" id="{1E7A5735-061F-9F42-B3AD-2999EFE33347}"/>
              </a:ext>
            </a:extLst>
          </p:cNvPr>
          <p:cNvSpPr>
            <a:spLocks noGrp="1"/>
          </p:cNvSpPr>
          <p:nvPr>
            <p:ph type="title" hasCustomPrompt="1"/>
          </p:nvPr>
        </p:nvSpPr>
        <p:spPr>
          <a:xfrm>
            <a:off x="285749" y="76302"/>
            <a:ext cx="8573438" cy="855873"/>
          </a:xfrm>
        </p:spPr>
        <p:txBody>
          <a:bodyPr anchor="ctr"/>
          <a:lstStyle>
            <a:lvl1pPr>
              <a:defRPr sz="2400"/>
            </a:lvl1pPr>
          </a:lstStyle>
          <a:p>
            <a:r>
              <a:rPr lang="en-US"/>
              <a:t>Slide header</a:t>
            </a:r>
          </a:p>
        </p:txBody>
      </p:sp>
      <p:sp>
        <p:nvSpPr>
          <p:cNvPr id="11" name="Slide Number Placeholder 5">
            <a:extLst>
              <a:ext uri="{FF2B5EF4-FFF2-40B4-BE49-F238E27FC236}">
                <a16:creationId xmlns:a16="http://schemas.microsoft.com/office/drawing/2014/main" id="{745CF54D-69D7-2F4F-B85B-E01AA672ABF7}"/>
              </a:ext>
            </a:extLst>
          </p:cNvPr>
          <p:cNvSpPr>
            <a:spLocks noGrp="1"/>
          </p:cNvSpPr>
          <p:nvPr>
            <p:ph type="sldNum" sz="quarter" idx="4"/>
          </p:nvPr>
        </p:nvSpPr>
        <p:spPr>
          <a:xfrm>
            <a:off x="8589364" y="4827028"/>
            <a:ext cx="517361" cy="273844"/>
          </a:xfrm>
          <a:prstGeom prst="rect">
            <a:avLst/>
          </a:prstGeom>
        </p:spPr>
        <p:txBody>
          <a:bodyPr vert="horz" lIns="91440" tIns="45720" rIns="91440" bIns="45720" rtlCol="0" anchor="ctr"/>
          <a:lstStyle>
            <a:lvl1pPr algn="r">
              <a:defRPr sz="899">
                <a:solidFill>
                  <a:schemeClr val="tx1"/>
                </a:solidFill>
              </a:defRPr>
            </a:lvl1pPr>
          </a:lstStyle>
          <a:p>
            <a:fld id="{93AC2C76-E6AA-46CB-A2DE-F6E097F7C440}" type="slidenum">
              <a:rPr lang="en-GB" smtClean="0"/>
              <a:pPr/>
              <a:t>‹#›</a:t>
            </a:fld>
            <a:endParaRPr lang="en-GB"/>
          </a:p>
        </p:txBody>
      </p:sp>
      <p:sp>
        <p:nvSpPr>
          <p:cNvPr id="12" name="Text Placeholder 3">
            <a:extLst>
              <a:ext uri="{FF2B5EF4-FFF2-40B4-BE49-F238E27FC236}">
                <a16:creationId xmlns:a16="http://schemas.microsoft.com/office/drawing/2014/main" id="{E0C686BA-782D-6543-9AAA-C0A27F0B9278}"/>
              </a:ext>
            </a:extLst>
          </p:cNvPr>
          <p:cNvSpPr>
            <a:spLocks noGrp="1"/>
          </p:cNvSpPr>
          <p:nvPr>
            <p:ph type="body" sz="quarter" idx="12" hasCustomPrompt="1"/>
          </p:nvPr>
        </p:nvSpPr>
        <p:spPr>
          <a:xfrm>
            <a:off x="1278733" y="4753671"/>
            <a:ext cx="7310631" cy="273844"/>
          </a:xfrm>
        </p:spPr>
        <p:txBody>
          <a:bodyPr anchor="ctr">
            <a:normAutofit/>
          </a:bodyPr>
          <a:lstStyle>
            <a:lvl1pPr marL="0" indent="0">
              <a:lnSpc>
                <a:spcPct val="100000"/>
              </a:lnSpc>
              <a:spcBef>
                <a:spcPts val="0"/>
              </a:spcBef>
              <a:buNone/>
              <a:defRPr sz="601"/>
            </a:lvl1pPr>
            <a:lvl2pPr marL="211946" indent="0">
              <a:buNone/>
              <a:defRPr/>
            </a:lvl2pPr>
            <a:lvl3pPr marL="469140" indent="0">
              <a:buNone/>
              <a:defRPr/>
            </a:lvl3pPr>
            <a:lvl4pPr marL="646556" indent="0">
              <a:buNone/>
              <a:defRPr/>
            </a:lvl4pPr>
            <a:lvl5pPr marL="903749" indent="0">
              <a:buNone/>
              <a:defRPr/>
            </a:lvl5pPr>
          </a:lstStyle>
          <a:p>
            <a:pPr lvl="0"/>
            <a:r>
              <a:rPr lang="en-US"/>
              <a:t>Click to add footnotes and sources</a:t>
            </a:r>
          </a:p>
        </p:txBody>
      </p:sp>
      <p:grpSp>
        <p:nvGrpSpPr>
          <p:cNvPr id="7" name="Graphic 11">
            <a:extLst>
              <a:ext uri="{FF2B5EF4-FFF2-40B4-BE49-F238E27FC236}">
                <a16:creationId xmlns:a16="http://schemas.microsoft.com/office/drawing/2014/main" id="{336AEEA9-218E-BC47-A839-9EF01CD5B48F}"/>
              </a:ext>
            </a:extLst>
          </p:cNvPr>
          <p:cNvGrpSpPr>
            <a:grpSpLocks noChangeAspect="1"/>
          </p:cNvGrpSpPr>
          <p:nvPr/>
        </p:nvGrpSpPr>
        <p:grpSpPr>
          <a:xfrm>
            <a:off x="188060" y="4726688"/>
            <a:ext cx="972000" cy="259323"/>
            <a:chOff x="5925389" y="-67473"/>
            <a:chExt cx="1453278" cy="387715"/>
          </a:xfrm>
        </p:grpSpPr>
        <p:sp>
          <p:nvSpPr>
            <p:cNvPr id="8" name="Freeform 7">
              <a:extLst>
                <a:ext uri="{FF2B5EF4-FFF2-40B4-BE49-F238E27FC236}">
                  <a16:creationId xmlns:a16="http://schemas.microsoft.com/office/drawing/2014/main" id="{DE866AF4-FED5-3D4B-A3E2-51F5D4A529CA}"/>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solidFill>
              <a:srgbClr val="0C1C2B"/>
            </a:solidFill>
            <a:ln w="1819"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ABF89A17-A1B5-2048-B566-537BCFACE4B3}"/>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solidFill>
              <a:srgbClr val="0C1C2B"/>
            </a:solidFill>
            <a:ln w="1819"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3B0807D9-A929-DE42-9259-9411058DBDBB}"/>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solidFill>
              <a:srgbClr val="0C1C2B"/>
            </a:solidFill>
            <a:ln w="1819"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BA423CF2-B3E5-6C4A-8706-330F3E392B53}"/>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solidFill>
              <a:srgbClr val="0C1C2B"/>
            </a:solidFill>
            <a:ln w="1819"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BFB68CC7-70CA-3947-B0DB-B9121DEF1775}"/>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solidFill>
              <a:srgbClr val="213A8F"/>
            </a:solidFill>
            <a:ln w="1819" cap="flat">
              <a:noFill/>
              <a:prstDash val="solid"/>
              <a:miter/>
            </a:ln>
          </p:spPr>
          <p:txBody>
            <a:bodyPr rtlCol="0" anchor="ctr"/>
            <a:lstStyle/>
            <a:p>
              <a:endParaRPr lang="en-US"/>
            </a:p>
          </p:txBody>
        </p:sp>
      </p:grpSp>
    </p:spTree>
    <p:extLst>
      <p:ext uri="{BB962C8B-B14F-4D97-AF65-F5344CB8AC3E}">
        <p14:creationId xmlns:p14="http://schemas.microsoft.com/office/powerpoint/2010/main" val="801492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er_Text_Graph_Chart">
    <p:spTree>
      <p:nvGrpSpPr>
        <p:cNvPr id="1" name=""/>
        <p:cNvGrpSpPr/>
        <p:nvPr/>
      </p:nvGrpSpPr>
      <p:grpSpPr>
        <a:xfrm>
          <a:off x="0" y="0"/>
          <a:ext cx="0" cy="0"/>
          <a:chOff x="0" y="0"/>
          <a:chExt cx="0" cy="0"/>
        </a:xfrm>
      </p:grpSpPr>
      <p:sp>
        <p:nvSpPr>
          <p:cNvPr id="13" name="object 12">
            <a:extLst>
              <a:ext uri="{FF2B5EF4-FFF2-40B4-BE49-F238E27FC236}">
                <a16:creationId xmlns:a16="http://schemas.microsoft.com/office/drawing/2014/main" id="{D9DBA15C-4216-3947-9911-9F03A66F041D}"/>
              </a:ext>
            </a:extLst>
          </p:cNvPr>
          <p:cNvSpPr/>
          <p:nvPr/>
        </p:nvSpPr>
        <p:spPr>
          <a:xfrm>
            <a:off x="71439" y="71437"/>
            <a:ext cx="9001125" cy="860738"/>
          </a:xfrm>
          <a:custGeom>
            <a:avLst/>
            <a:gdLst/>
            <a:ahLst/>
            <a:cxnLst/>
            <a:rect l="l" t="t" r="r" b="b"/>
            <a:pathLst>
              <a:path w="14401800" h="1057275">
                <a:moveTo>
                  <a:pt x="0" y="1057148"/>
                </a:moveTo>
                <a:lnTo>
                  <a:pt x="14401800" y="1057148"/>
                </a:lnTo>
                <a:lnTo>
                  <a:pt x="14401800" y="0"/>
                </a:lnTo>
                <a:lnTo>
                  <a:pt x="0" y="0"/>
                </a:lnTo>
                <a:lnTo>
                  <a:pt x="0" y="1057148"/>
                </a:lnTo>
                <a:close/>
              </a:path>
            </a:pathLst>
          </a:custGeom>
          <a:solidFill>
            <a:srgbClr val="D5D7D5"/>
          </a:solidFill>
        </p:spPr>
        <p:txBody>
          <a:bodyPr wrap="square" lIns="0" tIns="0" rIns="0" bIns="0" rtlCol="0"/>
          <a:lstStyle/>
          <a:p>
            <a:endParaRPr sz="937"/>
          </a:p>
        </p:txBody>
      </p:sp>
      <p:sp>
        <p:nvSpPr>
          <p:cNvPr id="2" name="Title 1">
            <a:extLst>
              <a:ext uri="{FF2B5EF4-FFF2-40B4-BE49-F238E27FC236}">
                <a16:creationId xmlns:a16="http://schemas.microsoft.com/office/drawing/2014/main" id="{1E7A5735-061F-9F42-B3AD-2999EFE33347}"/>
              </a:ext>
            </a:extLst>
          </p:cNvPr>
          <p:cNvSpPr>
            <a:spLocks noGrp="1"/>
          </p:cNvSpPr>
          <p:nvPr>
            <p:ph type="title" hasCustomPrompt="1"/>
          </p:nvPr>
        </p:nvSpPr>
        <p:spPr>
          <a:xfrm>
            <a:off x="285750" y="71437"/>
            <a:ext cx="8568191" cy="860738"/>
          </a:xfrm>
        </p:spPr>
        <p:txBody>
          <a:bodyPr anchor="ctr"/>
          <a:lstStyle>
            <a:lvl1pPr>
              <a:defRPr sz="2400"/>
            </a:lvl1pPr>
          </a:lstStyle>
          <a:p>
            <a:r>
              <a:rPr lang="en-GB"/>
              <a:t>Slide header</a:t>
            </a:r>
            <a:endParaRPr lang="en-US"/>
          </a:p>
        </p:txBody>
      </p:sp>
      <p:sp>
        <p:nvSpPr>
          <p:cNvPr id="9" name="Slide Number Placeholder 5">
            <a:extLst>
              <a:ext uri="{FF2B5EF4-FFF2-40B4-BE49-F238E27FC236}">
                <a16:creationId xmlns:a16="http://schemas.microsoft.com/office/drawing/2014/main" id="{212A996D-CD82-4F2E-8DA7-6820CCF5E67D}"/>
              </a:ext>
            </a:extLst>
          </p:cNvPr>
          <p:cNvSpPr>
            <a:spLocks noGrp="1"/>
          </p:cNvSpPr>
          <p:nvPr>
            <p:ph type="sldNum" sz="quarter" idx="4"/>
          </p:nvPr>
        </p:nvSpPr>
        <p:spPr>
          <a:xfrm>
            <a:off x="8589364" y="4827028"/>
            <a:ext cx="517361" cy="273844"/>
          </a:xfrm>
          <a:prstGeom prst="rect">
            <a:avLst/>
          </a:prstGeom>
        </p:spPr>
        <p:txBody>
          <a:bodyPr vert="horz" lIns="91440" tIns="45720" rIns="91440" bIns="45720" rtlCol="0" anchor="ctr"/>
          <a:lstStyle>
            <a:lvl1pPr algn="r">
              <a:defRPr sz="899">
                <a:solidFill>
                  <a:schemeClr val="tx1"/>
                </a:solidFill>
              </a:defRPr>
            </a:lvl1pPr>
          </a:lstStyle>
          <a:p>
            <a:fld id="{93AC2C76-E6AA-46CB-A2DE-F6E097F7C440}" type="slidenum">
              <a:rPr lang="en-GB" smtClean="0"/>
              <a:pPr/>
              <a:t>‹#›</a:t>
            </a:fld>
            <a:endParaRPr lang="en-GB"/>
          </a:p>
        </p:txBody>
      </p:sp>
      <p:sp>
        <p:nvSpPr>
          <p:cNvPr id="11" name="Text Placeholder 2">
            <a:extLst>
              <a:ext uri="{FF2B5EF4-FFF2-40B4-BE49-F238E27FC236}">
                <a16:creationId xmlns:a16="http://schemas.microsoft.com/office/drawing/2014/main" id="{756B3DB0-2F25-4E54-A66C-B0089E6D1D10}"/>
              </a:ext>
            </a:extLst>
          </p:cNvPr>
          <p:cNvSpPr>
            <a:spLocks noGrp="1"/>
          </p:cNvSpPr>
          <p:nvPr>
            <p:ph idx="1" hasCustomPrompt="1"/>
          </p:nvPr>
        </p:nvSpPr>
        <p:spPr>
          <a:xfrm>
            <a:off x="285750" y="1024360"/>
            <a:ext cx="8568191" cy="3608364"/>
          </a:xfrm>
          <a:prstGeom prst="rect">
            <a:avLst/>
          </a:prstGeom>
        </p:spPr>
        <p:txBody>
          <a:bodyPr vert="horz" lIns="91440" tIns="45720" rIns="91440" bIns="45720" rtlCol="0">
            <a:normAutofit/>
          </a:bodyPr>
          <a:lstStyle>
            <a:lvl1pPr>
              <a:lnSpc>
                <a:spcPct val="100000"/>
              </a:lnSpc>
              <a:defRPr sz="1600"/>
            </a:lvl1pPr>
            <a:lvl2pPr>
              <a:lnSpc>
                <a:spcPct val="100000"/>
              </a:lnSpc>
              <a:defRPr sz="14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3">
            <a:extLst>
              <a:ext uri="{FF2B5EF4-FFF2-40B4-BE49-F238E27FC236}">
                <a16:creationId xmlns:a16="http://schemas.microsoft.com/office/drawing/2014/main" id="{DF1CD12D-7E1F-2341-9404-FE2026179860}"/>
              </a:ext>
            </a:extLst>
          </p:cNvPr>
          <p:cNvSpPr>
            <a:spLocks noGrp="1"/>
          </p:cNvSpPr>
          <p:nvPr>
            <p:ph type="body" sz="quarter" idx="12" hasCustomPrompt="1"/>
          </p:nvPr>
        </p:nvSpPr>
        <p:spPr>
          <a:xfrm>
            <a:off x="1278733" y="4753671"/>
            <a:ext cx="7310631" cy="273844"/>
          </a:xfrm>
        </p:spPr>
        <p:txBody>
          <a:bodyPr anchor="ctr">
            <a:normAutofit/>
          </a:bodyPr>
          <a:lstStyle>
            <a:lvl1pPr marL="0" indent="0">
              <a:lnSpc>
                <a:spcPct val="100000"/>
              </a:lnSpc>
              <a:spcBef>
                <a:spcPts val="0"/>
              </a:spcBef>
              <a:buNone/>
              <a:defRPr sz="601"/>
            </a:lvl1pPr>
            <a:lvl2pPr marL="211946" indent="0">
              <a:buNone/>
              <a:defRPr/>
            </a:lvl2pPr>
            <a:lvl3pPr marL="469140" indent="0">
              <a:buNone/>
              <a:defRPr/>
            </a:lvl3pPr>
            <a:lvl4pPr marL="646556" indent="0">
              <a:buNone/>
              <a:defRPr/>
            </a:lvl4pPr>
            <a:lvl5pPr marL="903749" indent="0">
              <a:buNone/>
              <a:defRPr/>
            </a:lvl5pPr>
          </a:lstStyle>
          <a:p>
            <a:pPr lvl="0"/>
            <a:r>
              <a:rPr lang="en-US"/>
              <a:t>Click to add footnotes and sources</a:t>
            </a:r>
          </a:p>
        </p:txBody>
      </p:sp>
      <p:grpSp>
        <p:nvGrpSpPr>
          <p:cNvPr id="10" name="Graphic 11">
            <a:extLst>
              <a:ext uri="{FF2B5EF4-FFF2-40B4-BE49-F238E27FC236}">
                <a16:creationId xmlns:a16="http://schemas.microsoft.com/office/drawing/2014/main" id="{6205AE7A-70D5-8F46-B8A4-1194517824C8}"/>
              </a:ext>
            </a:extLst>
          </p:cNvPr>
          <p:cNvGrpSpPr>
            <a:grpSpLocks noChangeAspect="1"/>
          </p:cNvGrpSpPr>
          <p:nvPr/>
        </p:nvGrpSpPr>
        <p:grpSpPr>
          <a:xfrm>
            <a:off x="188060" y="4726688"/>
            <a:ext cx="972000" cy="259323"/>
            <a:chOff x="5925389" y="-67473"/>
            <a:chExt cx="1453278" cy="387715"/>
          </a:xfrm>
        </p:grpSpPr>
        <p:sp>
          <p:nvSpPr>
            <p:cNvPr id="12" name="Freeform 11">
              <a:extLst>
                <a:ext uri="{FF2B5EF4-FFF2-40B4-BE49-F238E27FC236}">
                  <a16:creationId xmlns:a16="http://schemas.microsoft.com/office/drawing/2014/main" id="{44715D28-90C6-4641-A9FC-893CCE989E49}"/>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solidFill>
              <a:srgbClr val="0C1C2B"/>
            </a:solidFill>
            <a:ln w="1819"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65F49435-EC5B-724B-866F-2AD25C63A54B}"/>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solidFill>
              <a:srgbClr val="0C1C2B"/>
            </a:solidFill>
            <a:ln w="1819"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66FAB896-73EF-E442-A6A7-42CDA699EA73}"/>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solidFill>
              <a:srgbClr val="0C1C2B"/>
            </a:solidFill>
            <a:ln w="1819"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CE77D20B-C595-2945-B012-107D3D5CB591}"/>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solidFill>
              <a:srgbClr val="0C1C2B"/>
            </a:solidFill>
            <a:ln w="1819"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A5102C44-BD53-DC4B-AAF3-23BEAEBE372B}"/>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solidFill>
              <a:srgbClr val="213A8F"/>
            </a:solidFill>
            <a:ln w="1819" cap="flat">
              <a:noFill/>
              <a:prstDash val="solid"/>
              <a:miter/>
            </a:ln>
          </p:spPr>
          <p:txBody>
            <a:bodyPr rtlCol="0" anchor="ctr"/>
            <a:lstStyle/>
            <a:p>
              <a:endParaRPr lang="en-US"/>
            </a:p>
          </p:txBody>
        </p:sp>
      </p:grpSp>
    </p:spTree>
    <p:extLst>
      <p:ext uri="{BB962C8B-B14F-4D97-AF65-F5344CB8AC3E}">
        <p14:creationId xmlns:p14="http://schemas.microsoft.com/office/powerpoint/2010/main" val="3208648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er_2Text Column_Graph_Chart">
    <p:spTree>
      <p:nvGrpSpPr>
        <p:cNvPr id="1" name=""/>
        <p:cNvGrpSpPr/>
        <p:nvPr/>
      </p:nvGrpSpPr>
      <p:grpSpPr>
        <a:xfrm>
          <a:off x="0" y="0"/>
          <a:ext cx="0" cy="0"/>
          <a:chOff x="0" y="0"/>
          <a:chExt cx="0" cy="0"/>
        </a:xfrm>
      </p:grpSpPr>
      <p:sp>
        <p:nvSpPr>
          <p:cNvPr id="13" name="object 12">
            <a:extLst>
              <a:ext uri="{FF2B5EF4-FFF2-40B4-BE49-F238E27FC236}">
                <a16:creationId xmlns:a16="http://schemas.microsoft.com/office/drawing/2014/main" id="{D9DBA15C-4216-3947-9911-9F03A66F041D}"/>
              </a:ext>
            </a:extLst>
          </p:cNvPr>
          <p:cNvSpPr/>
          <p:nvPr/>
        </p:nvSpPr>
        <p:spPr>
          <a:xfrm>
            <a:off x="71439" y="71437"/>
            <a:ext cx="9001125" cy="860738"/>
          </a:xfrm>
          <a:custGeom>
            <a:avLst/>
            <a:gdLst/>
            <a:ahLst/>
            <a:cxnLst/>
            <a:rect l="l" t="t" r="r" b="b"/>
            <a:pathLst>
              <a:path w="14401800" h="1057275">
                <a:moveTo>
                  <a:pt x="0" y="1057148"/>
                </a:moveTo>
                <a:lnTo>
                  <a:pt x="14401800" y="1057148"/>
                </a:lnTo>
                <a:lnTo>
                  <a:pt x="14401800" y="0"/>
                </a:lnTo>
                <a:lnTo>
                  <a:pt x="0" y="0"/>
                </a:lnTo>
                <a:lnTo>
                  <a:pt x="0" y="1057148"/>
                </a:lnTo>
                <a:close/>
              </a:path>
            </a:pathLst>
          </a:custGeom>
          <a:solidFill>
            <a:srgbClr val="D5D7D5"/>
          </a:solidFill>
        </p:spPr>
        <p:txBody>
          <a:bodyPr wrap="square" lIns="0" tIns="0" rIns="0" bIns="0" rtlCol="0"/>
          <a:lstStyle/>
          <a:p>
            <a:endParaRPr sz="937"/>
          </a:p>
        </p:txBody>
      </p:sp>
      <p:sp>
        <p:nvSpPr>
          <p:cNvPr id="2" name="Title 1">
            <a:extLst>
              <a:ext uri="{FF2B5EF4-FFF2-40B4-BE49-F238E27FC236}">
                <a16:creationId xmlns:a16="http://schemas.microsoft.com/office/drawing/2014/main" id="{1E7A5735-061F-9F42-B3AD-2999EFE33347}"/>
              </a:ext>
            </a:extLst>
          </p:cNvPr>
          <p:cNvSpPr>
            <a:spLocks noGrp="1"/>
          </p:cNvSpPr>
          <p:nvPr>
            <p:ph type="title" hasCustomPrompt="1"/>
          </p:nvPr>
        </p:nvSpPr>
        <p:spPr>
          <a:xfrm>
            <a:off x="285750" y="71437"/>
            <a:ext cx="8568191" cy="860738"/>
          </a:xfrm>
        </p:spPr>
        <p:txBody>
          <a:bodyPr anchor="ctr"/>
          <a:lstStyle>
            <a:lvl1pPr>
              <a:defRPr sz="2400"/>
            </a:lvl1pPr>
          </a:lstStyle>
          <a:p>
            <a:r>
              <a:rPr lang="en-GB"/>
              <a:t>Slide header</a:t>
            </a:r>
            <a:endParaRPr lang="en-US"/>
          </a:p>
        </p:txBody>
      </p:sp>
      <p:sp>
        <p:nvSpPr>
          <p:cNvPr id="14" name="Text Placeholder 2">
            <a:extLst>
              <a:ext uri="{FF2B5EF4-FFF2-40B4-BE49-F238E27FC236}">
                <a16:creationId xmlns:a16="http://schemas.microsoft.com/office/drawing/2014/main" id="{7101E15F-F469-464D-893A-7437ABF615A2}"/>
              </a:ext>
            </a:extLst>
          </p:cNvPr>
          <p:cNvSpPr>
            <a:spLocks noGrp="1"/>
          </p:cNvSpPr>
          <p:nvPr>
            <p:ph idx="11"/>
          </p:nvPr>
        </p:nvSpPr>
        <p:spPr>
          <a:xfrm>
            <a:off x="288502" y="1024360"/>
            <a:ext cx="4208547" cy="3608364"/>
          </a:xfrm>
          <a:prstGeom prst="rect">
            <a:avLst/>
          </a:prstGeom>
        </p:spPr>
        <p:txBody>
          <a:bodyPr vert="horz" lIns="91440" tIns="45720" rIns="91440" bIns="45720" rtlCol="0">
            <a:normAutofit/>
          </a:bodyPr>
          <a:lstStyle>
            <a:lvl1pPr>
              <a:lnSpc>
                <a:spcPct val="100000"/>
              </a:lnSpc>
              <a:defRPr sz="1600"/>
            </a:lvl1pPr>
            <a:lvl2pPr>
              <a:lnSpc>
                <a:spcPct val="100000"/>
              </a:lnSpc>
              <a:defRPr sz="14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2">
            <a:extLst>
              <a:ext uri="{FF2B5EF4-FFF2-40B4-BE49-F238E27FC236}">
                <a16:creationId xmlns:a16="http://schemas.microsoft.com/office/drawing/2014/main" id="{2C2582A8-F241-7F45-B931-C31C8E77C6E1}"/>
              </a:ext>
            </a:extLst>
          </p:cNvPr>
          <p:cNvSpPr>
            <a:spLocks noGrp="1"/>
          </p:cNvSpPr>
          <p:nvPr>
            <p:ph idx="12"/>
          </p:nvPr>
        </p:nvSpPr>
        <p:spPr>
          <a:xfrm>
            <a:off x="4650640" y="1024360"/>
            <a:ext cx="4208547" cy="3608364"/>
          </a:xfrm>
          <a:prstGeom prst="rect">
            <a:avLst/>
          </a:prstGeom>
        </p:spPr>
        <p:txBody>
          <a:bodyPr vert="horz" lIns="91440" tIns="45720" rIns="91440" bIns="45720" rtlCol="0">
            <a:normAutofit/>
          </a:bodyPr>
          <a:lstStyle>
            <a:lvl1pPr>
              <a:lnSpc>
                <a:spcPct val="100000"/>
              </a:lnSpc>
              <a:defRPr sz="1600"/>
            </a:lvl1pPr>
            <a:lvl2pPr>
              <a:lnSpc>
                <a:spcPct val="100000"/>
              </a:lnSpc>
              <a:defRPr sz="14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Slide Number Placeholder 5">
            <a:extLst>
              <a:ext uri="{FF2B5EF4-FFF2-40B4-BE49-F238E27FC236}">
                <a16:creationId xmlns:a16="http://schemas.microsoft.com/office/drawing/2014/main" id="{A0783555-FB32-7B4B-9FF6-12C6AEF8834A}"/>
              </a:ext>
            </a:extLst>
          </p:cNvPr>
          <p:cNvSpPr>
            <a:spLocks noGrp="1"/>
          </p:cNvSpPr>
          <p:nvPr>
            <p:ph type="sldNum" sz="quarter" idx="4"/>
          </p:nvPr>
        </p:nvSpPr>
        <p:spPr>
          <a:xfrm>
            <a:off x="8589364" y="4827028"/>
            <a:ext cx="517361" cy="273844"/>
          </a:xfrm>
          <a:prstGeom prst="rect">
            <a:avLst/>
          </a:prstGeom>
        </p:spPr>
        <p:txBody>
          <a:bodyPr vert="horz" lIns="91440" tIns="45720" rIns="91440" bIns="45720" rtlCol="0" anchor="ctr"/>
          <a:lstStyle>
            <a:lvl1pPr algn="r">
              <a:defRPr sz="899">
                <a:solidFill>
                  <a:schemeClr val="tx1"/>
                </a:solidFill>
              </a:defRPr>
            </a:lvl1pPr>
          </a:lstStyle>
          <a:p>
            <a:fld id="{93AC2C76-E6AA-46CB-A2DE-F6E097F7C440}" type="slidenum">
              <a:rPr lang="en-GB" smtClean="0"/>
              <a:pPr/>
              <a:t>‹#›</a:t>
            </a:fld>
            <a:endParaRPr lang="en-GB"/>
          </a:p>
        </p:txBody>
      </p:sp>
      <p:sp>
        <p:nvSpPr>
          <p:cNvPr id="12" name="Text Placeholder 3">
            <a:extLst>
              <a:ext uri="{FF2B5EF4-FFF2-40B4-BE49-F238E27FC236}">
                <a16:creationId xmlns:a16="http://schemas.microsoft.com/office/drawing/2014/main" id="{59D0E227-942C-7444-A918-E578E8431391}"/>
              </a:ext>
            </a:extLst>
          </p:cNvPr>
          <p:cNvSpPr>
            <a:spLocks noGrp="1"/>
          </p:cNvSpPr>
          <p:nvPr>
            <p:ph type="body" sz="quarter" idx="13" hasCustomPrompt="1"/>
          </p:nvPr>
        </p:nvSpPr>
        <p:spPr>
          <a:xfrm>
            <a:off x="1278733" y="4753671"/>
            <a:ext cx="7310631" cy="273844"/>
          </a:xfrm>
        </p:spPr>
        <p:txBody>
          <a:bodyPr anchor="ctr">
            <a:normAutofit/>
          </a:bodyPr>
          <a:lstStyle>
            <a:lvl1pPr marL="0" indent="0">
              <a:lnSpc>
                <a:spcPct val="100000"/>
              </a:lnSpc>
              <a:spcBef>
                <a:spcPts val="0"/>
              </a:spcBef>
              <a:buNone/>
              <a:defRPr sz="601"/>
            </a:lvl1pPr>
            <a:lvl2pPr marL="211946" indent="0">
              <a:buNone/>
              <a:defRPr/>
            </a:lvl2pPr>
            <a:lvl3pPr marL="469140" indent="0">
              <a:buNone/>
              <a:defRPr/>
            </a:lvl3pPr>
            <a:lvl4pPr marL="646556" indent="0">
              <a:buNone/>
              <a:defRPr/>
            </a:lvl4pPr>
            <a:lvl5pPr marL="903749" indent="0">
              <a:buNone/>
              <a:defRPr/>
            </a:lvl5pPr>
          </a:lstStyle>
          <a:p>
            <a:pPr lvl="0"/>
            <a:r>
              <a:rPr lang="en-US"/>
              <a:t>Click to add footnotes and sources</a:t>
            </a:r>
          </a:p>
        </p:txBody>
      </p:sp>
      <p:grpSp>
        <p:nvGrpSpPr>
          <p:cNvPr id="9" name="Graphic 11">
            <a:extLst>
              <a:ext uri="{FF2B5EF4-FFF2-40B4-BE49-F238E27FC236}">
                <a16:creationId xmlns:a16="http://schemas.microsoft.com/office/drawing/2014/main" id="{91990D2F-87B8-A645-B00C-78301C16A032}"/>
              </a:ext>
            </a:extLst>
          </p:cNvPr>
          <p:cNvGrpSpPr>
            <a:grpSpLocks noChangeAspect="1"/>
          </p:cNvGrpSpPr>
          <p:nvPr/>
        </p:nvGrpSpPr>
        <p:grpSpPr>
          <a:xfrm>
            <a:off x="188060" y="4726688"/>
            <a:ext cx="972000" cy="259323"/>
            <a:chOff x="5925389" y="-67473"/>
            <a:chExt cx="1453278" cy="387715"/>
          </a:xfrm>
        </p:grpSpPr>
        <p:sp>
          <p:nvSpPr>
            <p:cNvPr id="10" name="Freeform 9">
              <a:extLst>
                <a:ext uri="{FF2B5EF4-FFF2-40B4-BE49-F238E27FC236}">
                  <a16:creationId xmlns:a16="http://schemas.microsoft.com/office/drawing/2014/main" id="{3675A58F-5E89-DC41-B026-CAFA41E0FBE1}"/>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solidFill>
              <a:srgbClr val="0C1C2B"/>
            </a:solidFill>
            <a:ln w="1819"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2E2FD322-6A42-7C44-A2A2-B22E1403956A}"/>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solidFill>
              <a:srgbClr val="0C1C2B"/>
            </a:solidFill>
            <a:ln w="1819"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1F47F73F-FE5F-BE48-8BC4-C1EBF8EC9E59}"/>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solidFill>
              <a:srgbClr val="0C1C2B"/>
            </a:solidFill>
            <a:ln w="1819"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63954ED6-FF9D-E84B-8429-58CF10C26C39}"/>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solidFill>
              <a:srgbClr val="0C1C2B"/>
            </a:solidFill>
            <a:ln w="1819"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FE37F18F-DA9D-A145-B0CD-88E41533520E}"/>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solidFill>
              <a:srgbClr val="213A8F"/>
            </a:solidFill>
            <a:ln w="1819" cap="flat">
              <a:noFill/>
              <a:prstDash val="solid"/>
              <a:miter/>
            </a:ln>
          </p:spPr>
          <p:txBody>
            <a:bodyPr rtlCol="0" anchor="ctr"/>
            <a:lstStyle/>
            <a:p>
              <a:endParaRPr lang="en-US"/>
            </a:p>
          </p:txBody>
        </p:sp>
      </p:grpSp>
    </p:spTree>
    <p:extLst>
      <p:ext uri="{BB962C8B-B14F-4D97-AF65-F5344CB8AC3E}">
        <p14:creationId xmlns:p14="http://schemas.microsoft.com/office/powerpoint/2010/main" val="467638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eader_Sub Head_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A5735-061F-9F42-B3AD-2999EFE33347}"/>
              </a:ext>
            </a:extLst>
          </p:cNvPr>
          <p:cNvSpPr>
            <a:spLocks noGrp="1"/>
          </p:cNvSpPr>
          <p:nvPr>
            <p:ph type="title" hasCustomPrompt="1"/>
          </p:nvPr>
        </p:nvSpPr>
        <p:spPr>
          <a:xfrm>
            <a:off x="285750" y="240138"/>
            <a:ext cx="8568191" cy="552059"/>
          </a:xfrm>
        </p:spPr>
        <p:txBody>
          <a:bodyPr anchor="ctr"/>
          <a:lstStyle>
            <a:lvl1pPr algn="l">
              <a:defRPr sz="2400"/>
            </a:lvl1pPr>
          </a:lstStyle>
          <a:p>
            <a:r>
              <a:rPr lang="en-GB"/>
              <a:t>Slide header</a:t>
            </a:r>
            <a:endParaRPr lang="en-US"/>
          </a:p>
        </p:txBody>
      </p:sp>
      <p:sp>
        <p:nvSpPr>
          <p:cNvPr id="7" name="Text Placeholder 6">
            <a:extLst>
              <a:ext uri="{FF2B5EF4-FFF2-40B4-BE49-F238E27FC236}">
                <a16:creationId xmlns:a16="http://schemas.microsoft.com/office/drawing/2014/main" id="{78E29CF5-4649-A14E-809F-9526E6346119}"/>
              </a:ext>
            </a:extLst>
          </p:cNvPr>
          <p:cNvSpPr>
            <a:spLocks noGrp="1"/>
          </p:cNvSpPr>
          <p:nvPr>
            <p:ph type="body" sz="quarter" idx="18" hasCustomPrompt="1"/>
          </p:nvPr>
        </p:nvSpPr>
        <p:spPr>
          <a:xfrm>
            <a:off x="285750" y="809216"/>
            <a:ext cx="8568770" cy="291496"/>
          </a:xfrm>
        </p:spPr>
        <p:txBody>
          <a:bodyPr>
            <a:noAutofit/>
          </a:bodyPr>
          <a:lstStyle>
            <a:lvl1pPr marL="0" marR="0" indent="0" algn="l" defTabSz="685832" rtl="0" eaLnBrk="1" fontAlgn="auto" latinLnBrk="0" hangingPunct="1">
              <a:lnSpc>
                <a:spcPct val="90000"/>
              </a:lnSpc>
              <a:spcBef>
                <a:spcPts val="750"/>
              </a:spcBef>
              <a:spcAft>
                <a:spcPts val="0"/>
              </a:spcAft>
              <a:buClr>
                <a:srgbClr val="0626A9"/>
              </a:buClr>
              <a:buSzPct val="125000"/>
              <a:buFont typeface="Arial" panose="020B0604020202020204" pitchFamily="34" charset="0"/>
              <a:buNone/>
              <a:tabLst/>
              <a:defRPr sz="1501"/>
            </a:lvl1pPr>
            <a:lvl2pPr marL="342917" indent="0" algn="ctr">
              <a:buNone/>
              <a:defRPr sz="1501"/>
            </a:lvl2pPr>
            <a:lvl3pPr marL="685832" indent="0" algn="ctr">
              <a:buNone/>
              <a:defRPr sz="1501"/>
            </a:lvl3pPr>
            <a:lvl4pPr marL="1028749" indent="0" algn="ctr">
              <a:buNone/>
              <a:defRPr sz="1501"/>
            </a:lvl4pPr>
            <a:lvl5pPr marL="1371665" indent="0" algn="ctr">
              <a:buNone/>
              <a:defRPr sz="1501"/>
            </a:lvl5pPr>
          </a:lstStyle>
          <a:p>
            <a:pPr marL="0" marR="0" lvl="0" indent="0" algn="ctr" defTabSz="685832" rtl="0" eaLnBrk="1" fontAlgn="auto" latinLnBrk="0" hangingPunct="1">
              <a:lnSpc>
                <a:spcPct val="90000"/>
              </a:lnSpc>
              <a:spcBef>
                <a:spcPts val="750"/>
              </a:spcBef>
              <a:spcAft>
                <a:spcPts val="0"/>
              </a:spcAft>
              <a:buClr>
                <a:schemeClr val="accent1"/>
              </a:buClr>
              <a:buSzPct val="125000"/>
              <a:buFont typeface="Arial" panose="020B0604020202020204" pitchFamily="34" charset="0"/>
              <a:buNone/>
              <a:tabLst/>
              <a:defRPr/>
            </a:pPr>
            <a:r>
              <a:rPr kumimoji="0" lang="en-US" sz="1501" b="0" i="0" u="none" strike="noStrike" kern="1200" cap="none" spc="0" normalizeH="0" baseline="0" noProof="0">
                <a:ln>
                  <a:noFill/>
                </a:ln>
                <a:solidFill>
                  <a:srgbClr val="011B2B"/>
                </a:solidFill>
                <a:effectLst/>
                <a:uLnTx/>
                <a:uFillTx/>
                <a:latin typeface="+mn-lt"/>
                <a:ea typeface="+mn-ea"/>
                <a:cs typeface="+mn-cs"/>
              </a:rPr>
              <a:t>Subhead for the table below</a:t>
            </a:r>
          </a:p>
        </p:txBody>
      </p:sp>
      <p:sp>
        <p:nvSpPr>
          <p:cNvPr id="9" name="Slide Number Placeholder 5">
            <a:extLst>
              <a:ext uri="{FF2B5EF4-FFF2-40B4-BE49-F238E27FC236}">
                <a16:creationId xmlns:a16="http://schemas.microsoft.com/office/drawing/2014/main" id="{60B074A6-3BE4-D848-B752-6080B6B9CCE5}"/>
              </a:ext>
            </a:extLst>
          </p:cNvPr>
          <p:cNvSpPr>
            <a:spLocks noGrp="1"/>
          </p:cNvSpPr>
          <p:nvPr>
            <p:ph type="sldNum" sz="quarter" idx="4"/>
          </p:nvPr>
        </p:nvSpPr>
        <p:spPr>
          <a:xfrm>
            <a:off x="8589364" y="4827028"/>
            <a:ext cx="517361" cy="273844"/>
          </a:xfrm>
          <a:prstGeom prst="rect">
            <a:avLst/>
          </a:prstGeom>
        </p:spPr>
        <p:txBody>
          <a:bodyPr vert="horz" lIns="91440" tIns="45720" rIns="91440" bIns="45720" rtlCol="0" anchor="ctr"/>
          <a:lstStyle>
            <a:lvl1pPr algn="r">
              <a:defRPr sz="899">
                <a:solidFill>
                  <a:schemeClr val="tx1"/>
                </a:solidFill>
              </a:defRPr>
            </a:lvl1pPr>
          </a:lstStyle>
          <a:p>
            <a:fld id="{93AC2C76-E6AA-46CB-A2DE-F6E097F7C440}" type="slidenum">
              <a:rPr lang="en-GB" smtClean="0"/>
              <a:pPr/>
              <a:t>‹#›</a:t>
            </a:fld>
            <a:endParaRPr lang="en-GB"/>
          </a:p>
        </p:txBody>
      </p:sp>
      <p:sp>
        <p:nvSpPr>
          <p:cNvPr id="11" name="Text Placeholder 3">
            <a:extLst>
              <a:ext uri="{FF2B5EF4-FFF2-40B4-BE49-F238E27FC236}">
                <a16:creationId xmlns:a16="http://schemas.microsoft.com/office/drawing/2014/main" id="{F39A005C-4B56-2548-B571-019683119957}"/>
              </a:ext>
            </a:extLst>
          </p:cNvPr>
          <p:cNvSpPr>
            <a:spLocks noGrp="1"/>
          </p:cNvSpPr>
          <p:nvPr>
            <p:ph type="body" sz="quarter" idx="12" hasCustomPrompt="1"/>
          </p:nvPr>
        </p:nvSpPr>
        <p:spPr>
          <a:xfrm>
            <a:off x="1278733" y="4753671"/>
            <a:ext cx="7310631" cy="273844"/>
          </a:xfrm>
        </p:spPr>
        <p:txBody>
          <a:bodyPr anchor="ctr">
            <a:normAutofit/>
          </a:bodyPr>
          <a:lstStyle>
            <a:lvl1pPr marL="0" indent="0">
              <a:lnSpc>
                <a:spcPct val="100000"/>
              </a:lnSpc>
              <a:spcBef>
                <a:spcPts val="0"/>
              </a:spcBef>
              <a:buNone/>
              <a:defRPr sz="601"/>
            </a:lvl1pPr>
            <a:lvl2pPr marL="211946" indent="0">
              <a:buNone/>
              <a:defRPr/>
            </a:lvl2pPr>
            <a:lvl3pPr marL="469140" indent="0">
              <a:buNone/>
              <a:defRPr/>
            </a:lvl3pPr>
            <a:lvl4pPr marL="646556" indent="0">
              <a:buNone/>
              <a:defRPr/>
            </a:lvl4pPr>
            <a:lvl5pPr marL="903749" indent="0">
              <a:buNone/>
              <a:defRPr/>
            </a:lvl5pPr>
          </a:lstStyle>
          <a:p>
            <a:pPr lvl="0"/>
            <a:r>
              <a:rPr lang="en-US"/>
              <a:t>Click to add footnotes and sources</a:t>
            </a:r>
          </a:p>
        </p:txBody>
      </p:sp>
      <p:grpSp>
        <p:nvGrpSpPr>
          <p:cNvPr id="8" name="Graphic 11">
            <a:extLst>
              <a:ext uri="{FF2B5EF4-FFF2-40B4-BE49-F238E27FC236}">
                <a16:creationId xmlns:a16="http://schemas.microsoft.com/office/drawing/2014/main" id="{A82A2ADE-C173-1E49-AE45-5F309A3F039C}"/>
              </a:ext>
            </a:extLst>
          </p:cNvPr>
          <p:cNvGrpSpPr>
            <a:grpSpLocks noChangeAspect="1"/>
          </p:cNvGrpSpPr>
          <p:nvPr/>
        </p:nvGrpSpPr>
        <p:grpSpPr>
          <a:xfrm>
            <a:off x="188060" y="4726688"/>
            <a:ext cx="972000" cy="259323"/>
            <a:chOff x="5925389" y="-67473"/>
            <a:chExt cx="1453278" cy="387715"/>
          </a:xfrm>
        </p:grpSpPr>
        <p:sp>
          <p:nvSpPr>
            <p:cNvPr id="10" name="Freeform 9">
              <a:extLst>
                <a:ext uri="{FF2B5EF4-FFF2-40B4-BE49-F238E27FC236}">
                  <a16:creationId xmlns:a16="http://schemas.microsoft.com/office/drawing/2014/main" id="{A1E1A230-7513-5248-9220-DE89AB71A436}"/>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solidFill>
              <a:srgbClr val="0C1C2B"/>
            </a:solidFill>
            <a:ln w="1819"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FF9315BD-3FBE-2749-A825-D2FA7F544195}"/>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solidFill>
              <a:srgbClr val="0C1C2B"/>
            </a:solidFill>
            <a:ln w="1819"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A8BF3D5A-3A6E-B143-95C6-0D770F8C6881}"/>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solidFill>
              <a:srgbClr val="0C1C2B"/>
            </a:solidFill>
            <a:ln w="1819"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601A6A0E-80F0-9D4C-9AEE-83D3A2019974}"/>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solidFill>
              <a:srgbClr val="0C1C2B"/>
            </a:solidFill>
            <a:ln w="1819"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645D734E-CB77-C147-8AC2-7EBA0B43B515}"/>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solidFill>
              <a:srgbClr val="213A8F"/>
            </a:solidFill>
            <a:ln w="1819" cap="flat">
              <a:noFill/>
              <a:prstDash val="solid"/>
              <a:miter/>
            </a:ln>
          </p:spPr>
          <p:txBody>
            <a:bodyPr rtlCol="0" anchor="ctr"/>
            <a:lstStyle/>
            <a:p>
              <a:endParaRPr lang="en-US"/>
            </a:p>
          </p:txBody>
        </p:sp>
      </p:grpSp>
    </p:spTree>
    <p:extLst>
      <p:ext uri="{BB962C8B-B14F-4D97-AF65-F5344CB8AC3E}">
        <p14:creationId xmlns:p14="http://schemas.microsoft.com/office/powerpoint/2010/main" val="1929381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ader_Background_Text box_Graph">
    <p:spTree>
      <p:nvGrpSpPr>
        <p:cNvPr id="1" name=""/>
        <p:cNvGrpSpPr/>
        <p:nvPr/>
      </p:nvGrpSpPr>
      <p:grpSpPr>
        <a:xfrm>
          <a:off x="0" y="0"/>
          <a:ext cx="0" cy="0"/>
          <a:chOff x="0" y="0"/>
          <a:chExt cx="0" cy="0"/>
        </a:xfrm>
      </p:grpSpPr>
      <p:sp>
        <p:nvSpPr>
          <p:cNvPr id="10" name="object 2">
            <a:extLst>
              <a:ext uri="{FF2B5EF4-FFF2-40B4-BE49-F238E27FC236}">
                <a16:creationId xmlns:a16="http://schemas.microsoft.com/office/drawing/2014/main" id="{C679C77D-3B07-CC4C-9E13-5FADF15C0A12}"/>
              </a:ext>
            </a:extLst>
          </p:cNvPr>
          <p:cNvSpPr/>
          <p:nvPr/>
        </p:nvSpPr>
        <p:spPr>
          <a:xfrm>
            <a:off x="71439" y="71438"/>
            <a:ext cx="9001125" cy="5000625"/>
          </a:xfrm>
          <a:custGeom>
            <a:avLst/>
            <a:gdLst/>
            <a:ahLst/>
            <a:cxnLst/>
            <a:rect l="l" t="t" r="r" b="b"/>
            <a:pathLst>
              <a:path w="14401800" h="8001000">
                <a:moveTo>
                  <a:pt x="0" y="8001000"/>
                </a:moveTo>
                <a:lnTo>
                  <a:pt x="14401800" y="8001000"/>
                </a:lnTo>
                <a:lnTo>
                  <a:pt x="14401800" y="0"/>
                </a:lnTo>
                <a:lnTo>
                  <a:pt x="0" y="0"/>
                </a:lnTo>
                <a:lnTo>
                  <a:pt x="0" y="8001000"/>
                </a:lnTo>
                <a:close/>
              </a:path>
            </a:pathLst>
          </a:custGeom>
          <a:solidFill>
            <a:srgbClr val="E4E5E3"/>
          </a:solidFill>
        </p:spPr>
        <p:txBody>
          <a:bodyPr wrap="square" lIns="0" tIns="0" rIns="0" bIns="0" rtlCol="0"/>
          <a:lstStyle/>
          <a:p>
            <a:endParaRPr sz="937"/>
          </a:p>
        </p:txBody>
      </p:sp>
      <p:sp>
        <p:nvSpPr>
          <p:cNvPr id="4" name="Chord 3">
            <a:extLst>
              <a:ext uri="{FF2B5EF4-FFF2-40B4-BE49-F238E27FC236}">
                <a16:creationId xmlns:a16="http://schemas.microsoft.com/office/drawing/2014/main" id="{28436BF9-B504-7E42-9412-DC8E586A0A15}"/>
              </a:ext>
            </a:extLst>
          </p:cNvPr>
          <p:cNvSpPr/>
          <p:nvPr/>
        </p:nvSpPr>
        <p:spPr>
          <a:xfrm rot="1290086">
            <a:off x="4771856" y="204176"/>
            <a:ext cx="4734493" cy="4734493"/>
          </a:xfrm>
          <a:prstGeom prst="chord">
            <a:avLst>
              <a:gd name="adj1" fmla="val 821358"/>
              <a:gd name="adj2" fmla="val 181998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49"/>
          </a:p>
        </p:txBody>
      </p:sp>
      <p:sp>
        <p:nvSpPr>
          <p:cNvPr id="15" name="Title 1">
            <a:extLst>
              <a:ext uri="{FF2B5EF4-FFF2-40B4-BE49-F238E27FC236}">
                <a16:creationId xmlns:a16="http://schemas.microsoft.com/office/drawing/2014/main" id="{65A3EB86-E74A-5A42-8488-4E58AC2C07CA}"/>
              </a:ext>
            </a:extLst>
          </p:cNvPr>
          <p:cNvSpPr>
            <a:spLocks noGrp="1"/>
          </p:cNvSpPr>
          <p:nvPr>
            <p:ph type="title" hasCustomPrompt="1"/>
          </p:nvPr>
        </p:nvSpPr>
        <p:spPr>
          <a:xfrm>
            <a:off x="285750" y="71436"/>
            <a:ext cx="5227544" cy="858815"/>
          </a:xfrm>
        </p:spPr>
        <p:txBody>
          <a:bodyPr anchor="ctr"/>
          <a:lstStyle>
            <a:lvl1pPr>
              <a:defRPr sz="2400"/>
            </a:lvl1pPr>
          </a:lstStyle>
          <a:p>
            <a:r>
              <a:rPr lang="en-GB"/>
              <a:t>Slide header</a:t>
            </a:r>
            <a:endParaRPr lang="en-US"/>
          </a:p>
        </p:txBody>
      </p:sp>
      <p:sp>
        <p:nvSpPr>
          <p:cNvPr id="5" name="Chart Placeholder 4">
            <a:extLst>
              <a:ext uri="{FF2B5EF4-FFF2-40B4-BE49-F238E27FC236}">
                <a16:creationId xmlns:a16="http://schemas.microsoft.com/office/drawing/2014/main" id="{49BFF38A-BA25-4B09-8E15-FEF0F8370A9E}"/>
              </a:ext>
            </a:extLst>
          </p:cNvPr>
          <p:cNvSpPr>
            <a:spLocks noGrp="1"/>
          </p:cNvSpPr>
          <p:nvPr>
            <p:ph type="chart" sz="quarter" idx="10"/>
          </p:nvPr>
        </p:nvSpPr>
        <p:spPr>
          <a:xfrm>
            <a:off x="5143498" y="1221196"/>
            <a:ext cx="3901239" cy="2742941"/>
          </a:xfrm>
        </p:spPr>
        <p:txBody>
          <a:bodyPr anchor="ctr">
            <a:normAutofit/>
          </a:bodyPr>
          <a:lstStyle>
            <a:lvl1pPr marL="0" indent="0" algn="ctr">
              <a:buNone/>
              <a:defRPr sz="1801">
                <a:solidFill>
                  <a:schemeClr val="tx2"/>
                </a:solidFill>
              </a:defRPr>
            </a:lvl1pPr>
          </a:lstStyle>
          <a:p>
            <a:r>
              <a:rPr lang="en-US"/>
              <a:t>Click icon to add chart</a:t>
            </a:r>
          </a:p>
        </p:txBody>
      </p:sp>
      <p:sp>
        <p:nvSpPr>
          <p:cNvPr id="7" name="Text Placeholder 6">
            <a:extLst>
              <a:ext uri="{FF2B5EF4-FFF2-40B4-BE49-F238E27FC236}">
                <a16:creationId xmlns:a16="http://schemas.microsoft.com/office/drawing/2014/main" id="{5A174F5A-0DF6-4AE1-AFD3-EAABF54783A2}"/>
              </a:ext>
            </a:extLst>
          </p:cNvPr>
          <p:cNvSpPr>
            <a:spLocks noGrp="1"/>
          </p:cNvSpPr>
          <p:nvPr>
            <p:ph type="body" sz="quarter" idx="11"/>
          </p:nvPr>
        </p:nvSpPr>
        <p:spPr>
          <a:xfrm>
            <a:off x="291372" y="1020802"/>
            <a:ext cx="4385559" cy="3642318"/>
          </a:xfrm>
        </p:spPr>
        <p:txBody>
          <a:bodyPr/>
          <a:lstStyle>
            <a:lvl1pPr>
              <a:lnSpc>
                <a:spcPct val="100000"/>
              </a:lnSpc>
              <a:defRPr/>
            </a:lvl1pPr>
            <a:lvl2pPr>
              <a:lnSpc>
                <a:spcPct val="100000"/>
              </a:lnSpc>
              <a:defRPr/>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a:extLst>
              <a:ext uri="{FF2B5EF4-FFF2-40B4-BE49-F238E27FC236}">
                <a16:creationId xmlns:a16="http://schemas.microsoft.com/office/drawing/2014/main" id="{F6E8CF62-F01D-2D48-B01F-444A4B3AB6A2}"/>
              </a:ext>
            </a:extLst>
          </p:cNvPr>
          <p:cNvSpPr>
            <a:spLocks noGrp="1"/>
          </p:cNvSpPr>
          <p:nvPr>
            <p:ph type="sldNum" sz="quarter" idx="4"/>
          </p:nvPr>
        </p:nvSpPr>
        <p:spPr>
          <a:xfrm>
            <a:off x="8589364" y="4827028"/>
            <a:ext cx="517361" cy="273844"/>
          </a:xfrm>
          <a:prstGeom prst="rect">
            <a:avLst/>
          </a:prstGeom>
        </p:spPr>
        <p:txBody>
          <a:bodyPr vert="horz" lIns="91440" tIns="45720" rIns="91440" bIns="45720" rtlCol="0" anchor="ctr"/>
          <a:lstStyle>
            <a:lvl1pPr algn="r">
              <a:defRPr sz="899">
                <a:solidFill>
                  <a:schemeClr val="tx1"/>
                </a:solidFill>
              </a:defRPr>
            </a:lvl1pPr>
          </a:lstStyle>
          <a:p>
            <a:fld id="{93AC2C76-E6AA-46CB-A2DE-F6E097F7C440}" type="slidenum">
              <a:rPr lang="en-GB" smtClean="0"/>
              <a:pPr/>
              <a:t>‹#›</a:t>
            </a:fld>
            <a:endParaRPr lang="en-GB"/>
          </a:p>
        </p:txBody>
      </p:sp>
      <p:sp>
        <p:nvSpPr>
          <p:cNvPr id="16" name="Text Placeholder 3">
            <a:extLst>
              <a:ext uri="{FF2B5EF4-FFF2-40B4-BE49-F238E27FC236}">
                <a16:creationId xmlns:a16="http://schemas.microsoft.com/office/drawing/2014/main" id="{113EACCA-13CD-DE4B-9817-4765143A4890}"/>
              </a:ext>
            </a:extLst>
          </p:cNvPr>
          <p:cNvSpPr>
            <a:spLocks noGrp="1"/>
          </p:cNvSpPr>
          <p:nvPr>
            <p:ph type="body" sz="quarter" idx="12" hasCustomPrompt="1"/>
          </p:nvPr>
        </p:nvSpPr>
        <p:spPr>
          <a:xfrm>
            <a:off x="1278733" y="4753671"/>
            <a:ext cx="7310631" cy="273844"/>
          </a:xfrm>
        </p:spPr>
        <p:txBody>
          <a:bodyPr anchor="ctr">
            <a:normAutofit/>
          </a:bodyPr>
          <a:lstStyle>
            <a:lvl1pPr marL="0" indent="0">
              <a:lnSpc>
                <a:spcPct val="100000"/>
              </a:lnSpc>
              <a:spcBef>
                <a:spcPts val="0"/>
              </a:spcBef>
              <a:buNone/>
              <a:defRPr sz="601"/>
            </a:lvl1pPr>
            <a:lvl2pPr marL="211946" indent="0">
              <a:buNone/>
              <a:defRPr/>
            </a:lvl2pPr>
            <a:lvl3pPr marL="469140" indent="0">
              <a:buNone/>
              <a:defRPr/>
            </a:lvl3pPr>
            <a:lvl4pPr marL="646556" indent="0">
              <a:buNone/>
              <a:defRPr/>
            </a:lvl4pPr>
            <a:lvl5pPr marL="903749" indent="0">
              <a:buNone/>
              <a:defRPr/>
            </a:lvl5pPr>
          </a:lstStyle>
          <a:p>
            <a:pPr lvl="0"/>
            <a:r>
              <a:rPr lang="en-US"/>
              <a:t>Click to add footnotes and sources</a:t>
            </a:r>
          </a:p>
        </p:txBody>
      </p:sp>
      <p:grpSp>
        <p:nvGrpSpPr>
          <p:cNvPr id="11" name="Graphic 11">
            <a:extLst>
              <a:ext uri="{FF2B5EF4-FFF2-40B4-BE49-F238E27FC236}">
                <a16:creationId xmlns:a16="http://schemas.microsoft.com/office/drawing/2014/main" id="{834DC966-62DA-3247-A236-EFBA7238C1B2}"/>
              </a:ext>
            </a:extLst>
          </p:cNvPr>
          <p:cNvGrpSpPr>
            <a:grpSpLocks noChangeAspect="1"/>
          </p:cNvGrpSpPr>
          <p:nvPr/>
        </p:nvGrpSpPr>
        <p:grpSpPr>
          <a:xfrm>
            <a:off x="188060" y="4726688"/>
            <a:ext cx="972000" cy="259323"/>
            <a:chOff x="5925389" y="-67473"/>
            <a:chExt cx="1453278" cy="387715"/>
          </a:xfrm>
        </p:grpSpPr>
        <p:sp>
          <p:nvSpPr>
            <p:cNvPr id="12" name="Freeform 11">
              <a:extLst>
                <a:ext uri="{FF2B5EF4-FFF2-40B4-BE49-F238E27FC236}">
                  <a16:creationId xmlns:a16="http://schemas.microsoft.com/office/drawing/2014/main" id="{FDF17B35-4885-C74B-B3A0-C27363A4A70A}"/>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solidFill>
              <a:srgbClr val="0C1C2B"/>
            </a:solidFill>
            <a:ln w="1819"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F83A16FF-E074-2546-ADE1-0FC95A8CE541}"/>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solidFill>
              <a:srgbClr val="0C1C2B"/>
            </a:solidFill>
            <a:ln w="1819"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83AFD781-529A-E243-B796-C79D98316F46}"/>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solidFill>
              <a:srgbClr val="0C1C2B"/>
            </a:solidFill>
            <a:ln w="1819"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111847D9-107B-974B-8400-BF2C9342DB7E}"/>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solidFill>
              <a:srgbClr val="0C1C2B"/>
            </a:solidFill>
            <a:ln w="1819"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6A2D5E31-B5D7-864A-BBF0-6ADFDB8BA03F}"/>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solidFill>
              <a:srgbClr val="213A8F"/>
            </a:solidFill>
            <a:ln w="1819" cap="flat">
              <a:noFill/>
              <a:prstDash val="solid"/>
              <a:miter/>
            </a:ln>
          </p:spPr>
          <p:txBody>
            <a:bodyPr rtlCol="0" anchor="ctr"/>
            <a:lstStyle/>
            <a:p>
              <a:endParaRPr lang="en-US"/>
            </a:p>
          </p:txBody>
        </p:sp>
      </p:grpSp>
    </p:spTree>
    <p:extLst>
      <p:ext uri="{BB962C8B-B14F-4D97-AF65-F5344CB8AC3E}">
        <p14:creationId xmlns:p14="http://schemas.microsoft.com/office/powerpoint/2010/main" val="13539472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Header_Subhead_Full Color backgroun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0534402A-BA76-2644-8DFF-49219648309F}"/>
              </a:ext>
            </a:extLst>
          </p:cNvPr>
          <p:cNvSpPr/>
          <p:nvPr/>
        </p:nvSpPr>
        <p:spPr>
          <a:xfrm>
            <a:off x="71437" y="71438"/>
            <a:ext cx="9001125" cy="5000625"/>
          </a:xfrm>
          <a:custGeom>
            <a:avLst/>
            <a:gdLst/>
            <a:ahLst/>
            <a:cxnLst/>
            <a:rect l="l" t="t" r="r" b="b"/>
            <a:pathLst>
              <a:path w="14401800" h="8001000">
                <a:moveTo>
                  <a:pt x="0" y="8001000"/>
                </a:moveTo>
                <a:lnTo>
                  <a:pt x="14401800" y="8001000"/>
                </a:lnTo>
                <a:lnTo>
                  <a:pt x="14401800" y="0"/>
                </a:lnTo>
                <a:lnTo>
                  <a:pt x="0" y="0"/>
                </a:lnTo>
                <a:lnTo>
                  <a:pt x="0" y="8001000"/>
                </a:lnTo>
                <a:close/>
              </a:path>
            </a:pathLst>
          </a:custGeom>
          <a:solidFill>
            <a:srgbClr val="E4E5E3"/>
          </a:solidFill>
        </p:spPr>
        <p:txBody>
          <a:bodyPr wrap="square" lIns="0" tIns="0" rIns="0" bIns="0" rtlCol="0"/>
          <a:lstStyle/>
          <a:p>
            <a:endParaRPr sz="937"/>
          </a:p>
        </p:txBody>
      </p:sp>
      <p:sp>
        <p:nvSpPr>
          <p:cNvPr id="2" name="Title 1">
            <a:extLst>
              <a:ext uri="{FF2B5EF4-FFF2-40B4-BE49-F238E27FC236}">
                <a16:creationId xmlns:a16="http://schemas.microsoft.com/office/drawing/2014/main" id="{1E7A5735-061F-9F42-B3AD-2999EFE33347}"/>
              </a:ext>
            </a:extLst>
          </p:cNvPr>
          <p:cNvSpPr>
            <a:spLocks noGrp="1"/>
          </p:cNvSpPr>
          <p:nvPr>
            <p:ph type="title" hasCustomPrompt="1"/>
          </p:nvPr>
        </p:nvSpPr>
        <p:spPr>
          <a:xfrm>
            <a:off x="285750" y="245002"/>
            <a:ext cx="8567611" cy="547194"/>
          </a:xfrm>
        </p:spPr>
        <p:txBody>
          <a:bodyPr anchor="ctr"/>
          <a:lstStyle>
            <a:lvl1pPr algn="l">
              <a:defRPr sz="2400"/>
            </a:lvl1pPr>
          </a:lstStyle>
          <a:p>
            <a:r>
              <a:rPr lang="en-GB"/>
              <a:t>Slide header</a:t>
            </a:r>
            <a:endParaRPr lang="en-US"/>
          </a:p>
        </p:txBody>
      </p:sp>
      <p:sp>
        <p:nvSpPr>
          <p:cNvPr id="7" name="Text Placeholder 6">
            <a:extLst>
              <a:ext uri="{FF2B5EF4-FFF2-40B4-BE49-F238E27FC236}">
                <a16:creationId xmlns:a16="http://schemas.microsoft.com/office/drawing/2014/main" id="{78E29CF5-4649-A14E-809F-9526E6346119}"/>
              </a:ext>
            </a:extLst>
          </p:cNvPr>
          <p:cNvSpPr>
            <a:spLocks noGrp="1"/>
          </p:cNvSpPr>
          <p:nvPr>
            <p:ph type="body" sz="quarter" idx="18" hasCustomPrompt="1"/>
          </p:nvPr>
        </p:nvSpPr>
        <p:spPr>
          <a:xfrm>
            <a:off x="285750" y="809216"/>
            <a:ext cx="8568191" cy="291496"/>
          </a:xfrm>
        </p:spPr>
        <p:txBody>
          <a:bodyPr>
            <a:noAutofit/>
          </a:bodyPr>
          <a:lstStyle>
            <a:lvl1pPr marL="0" marR="0" indent="0" algn="l" defTabSz="685832" rtl="0" eaLnBrk="1" fontAlgn="auto" latinLnBrk="0" hangingPunct="1">
              <a:lnSpc>
                <a:spcPct val="90000"/>
              </a:lnSpc>
              <a:spcBef>
                <a:spcPts val="750"/>
              </a:spcBef>
              <a:spcAft>
                <a:spcPts val="0"/>
              </a:spcAft>
              <a:buClr>
                <a:srgbClr val="0626A9"/>
              </a:buClr>
              <a:buSzPct val="125000"/>
              <a:buFont typeface="Arial" panose="020B0604020202020204" pitchFamily="34" charset="0"/>
              <a:buNone/>
              <a:tabLst/>
              <a:defRPr sz="1501"/>
            </a:lvl1pPr>
            <a:lvl2pPr marL="342917" indent="0" algn="ctr">
              <a:buNone/>
              <a:defRPr sz="1501"/>
            </a:lvl2pPr>
            <a:lvl3pPr marL="685832" indent="0" algn="ctr">
              <a:buNone/>
              <a:defRPr sz="1501"/>
            </a:lvl3pPr>
            <a:lvl4pPr marL="1028749" indent="0" algn="ctr">
              <a:buNone/>
              <a:defRPr sz="1501"/>
            </a:lvl4pPr>
            <a:lvl5pPr marL="1371665" indent="0" algn="ctr">
              <a:buNone/>
              <a:defRPr sz="1501"/>
            </a:lvl5pPr>
          </a:lstStyle>
          <a:p>
            <a:pPr algn="ctr"/>
            <a:r>
              <a:rPr lang="en-US" sz="1501" b="0">
                <a:solidFill>
                  <a:schemeClr val="tx1"/>
                </a:solidFill>
              </a:rPr>
              <a:t>Subhead for the timeline/story below when a graphic is needed</a:t>
            </a:r>
          </a:p>
        </p:txBody>
      </p:sp>
      <p:sp>
        <p:nvSpPr>
          <p:cNvPr id="12" name="Slide Number Placeholder 5">
            <a:extLst>
              <a:ext uri="{FF2B5EF4-FFF2-40B4-BE49-F238E27FC236}">
                <a16:creationId xmlns:a16="http://schemas.microsoft.com/office/drawing/2014/main" id="{893D0978-489F-5F42-92C6-E6D7081AC2B4}"/>
              </a:ext>
            </a:extLst>
          </p:cNvPr>
          <p:cNvSpPr>
            <a:spLocks noGrp="1"/>
          </p:cNvSpPr>
          <p:nvPr>
            <p:ph type="sldNum" sz="quarter" idx="4"/>
          </p:nvPr>
        </p:nvSpPr>
        <p:spPr>
          <a:xfrm>
            <a:off x="8589364" y="4827028"/>
            <a:ext cx="517361" cy="273844"/>
          </a:xfrm>
          <a:prstGeom prst="rect">
            <a:avLst/>
          </a:prstGeom>
        </p:spPr>
        <p:txBody>
          <a:bodyPr vert="horz" lIns="91440" tIns="45720" rIns="91440" bIns="45720" rtlCol="0" anchor="ctr"/>
          <a:lstStyle>
            <a:lvl1pPr algn="r">
              <a:defRPr sz="899">
                <a:solidFill>
                  <a:schemeClr val="tx1"/>
                </a:solidFill>
              </a:defRPr>
            </a:lvl1pPr>
          </a:lstStyle>
          <a:p>
            <a:fld id="{93AC2C76-E6AA-46CB-A2DE-F6E097F7C440}" type="slidenum">
              <a:rPr lang="en-GB" smtClean="0"/>
              <a:pPr/>
              <a:t>‹#›</a:t>
            </a:fld>
            <a:endParaRPr lang="en-GB"/>
          </a:p>
        </p:txBody>
      </p:sp>
      <p:sp>
        <p:nvSpPr>
          <p:cNvPr id="13" name="Text Placeholder 3">
            <a:extLst>
              <a:ext uri="{FF2B5EF4-FFF2-40B4-BE49-F238E27FC236}">
                <a16:creationId xmlns:a16="http://schemas.microsoft.com/office/drawing/2014/main" id="{766D63DD-C0E4-4740-AFE1-BE7CCC9B7C5A}"/>
              </a:ext>
            </a:extLst>
          </p:cNvPr>
          <p:cNvSpPr>
            <a:spLocks noGrp="1"/>
          </p:cNvSpPr>
          <p:nvPr>
            <p:ph type="body" sz="quarter" idx="12" hasCustomPrompt="1"/>
          </p:nvPr>
        </p:nvSpPr>
        <p:spPr>
          <a:xfrm>
            <a:off x="1278733" y="4753671"/>
            <a:ext cx="7310631" cy="273844"/>
          </a:xfrm>
        </p:spPr>
        <p:txBody>
          <a:bodyPr anchor="ctr">
            <a:normAutofit/>
          </a:bodyPr>
          <a:lstStyle>
            <a:lvl1pPr marL="0" indent="0">
              <a:lnSpc>
                <a:spcPct val="100000"/>
              </a:lnSpc>
              <a:spcBef>
                <a:spcPts val="0"/>
              </a:spcBef>
              <a:buNone/>
              <a:defRPr sz="601"/>
            </a:lvl1pPr>
            <a:lvl2pPr marL="211946" indent="0">
              <a:buNone/>
              <a:defRPr/>
            </a:lvl2pPr>
            <a:lvl3pPr marL="469140" indent="0">
              <a:buNone/>
              <a:defRPr/>
            </a:lvl3pPr>
            <a:lvl4pPr marL="646556" indent="0">
              <a:buNone/>
              <a:defRPr/>
            </a:lvl4pPr>
            <a:lvl5pPr marL="903749" indent="0">
              <a:buNone/>
              <a:defRPr/>
            </a:lvl5pPr>
          </a:lstStyle>
          <a:p>
            <a:pPr lvl="0"/>
            <a:r>
              <a:rPr lang="en-US"/>
              <a:t>Click to add footnotes and sources</a:t>
            </a:r>
          </a:p>
        </p:txBody>
      </p:sp>
      <p:grpSp>
        <p:nvGrpSpPr>
          <p:cNvPr id="8" name="Graphic 11">
            <a:extLst>
              <a:ext uri="{FF2B5EF4-FFF2-40B4-BE49-F238E27FC236}">
                <a16:creationId xmlns:a16="http://schemas.microsoft.com/office/drawing/2014/main" id="{1A9FF933-9BD1-4246-AF36-1403B3EFAE7A}"/>
              </a:ext>
            </a:extLst>
          </p:cNvPr>
          <p:cNvGrpSpPr>
            <a:grpSpLocks noChangeAspect="1"/>
          </p:cNvGrpSpPr>
          <p:nvPr/>
        </p:nvGrpSpPr>
        <p:grpSpPr>
          <a:xfrm>
            <a:off x="188060" y="4726688"/>
            <a:ext cx="972000" cy="259323"/>
            <a:chOff x="5925389" y="-67473"/>
            <a:chExt cx="1453278" cy="387715"/>
          </a:xfrm>
        </p:grpSpPr>
        <p:sp>
          <p:nvSpPr>
            <p:cNvPr id="10" name="Freeform 9">
              <a:extLst>
                <a:ext uri="{FF2B5EF4-FFF2-40B4-BE49-F238E27FC236}">
                  <a16:creationId xmlns:a16="http://schemas.microsoft.com/office/drawing/2014/main" id="{86DD14BE-74D5-C842-80C8-95FADCCBD0AA}"/>
                </a:ext>
              </a:extLst>
            </p:cNvPr>
            <p:cNvSpPr/>
            <p:nvPr/>
          </p:nvSpPr>
          <p:spPr>
            <a:xfrm>
              <a:off x="5925389" y="-9659"/>
              <a:ext cx="252065" cy="270029"/>
            </a:xfrm>
            <a:custGeom>
              <a:avLst/>
              <a:gdLst>
                <a:gd name="connsiteX0" fmla="*/ 249346 w 252065"/>
                <a:gd name="connsiteY0" fmla="*/ 1 h 270029"/>
                <a:gd name="connsiteX1" fmla="*/ 204548 w 252065"/>
                <a:gd name="connsiteY1" fmla="*/ 1 h 270029"/>
                <a:gd name="connsiteX2" fmla="*/ 202138 w 252065"/>
                <a:gd name="connsiteY2" fmla="*/ 1443 h 270029"/>
                <a:gd name="connsiteX3" fmla="*/ 126398 w 252065"/>
                <a:gd name="connsiteY3" fmla="*/ 142007 h 270029"/>
                <a:gd name="connsiteX4" fmla="*/ 49928 w 252065"/>
                <a:gd name="connsiteY4" fmla="*/ 1443 h 270029"/>
                <a:gd name="connsiteX5" fmla="*/ 47463 w 252065"/>
                <a:gd name="connsiteY5" fmla="*/ 1 h 270029"/>
                <a:gd name="connsiteX6" fmla="*/ 2738 w 252065"/>
                <a:gd name="connsiteY6" fmla="*/ 1 h 270029"/>
                <a:gd name="connsiteX7" fmla="*/ 0 w 252065"/>
                <a:gd name="connsiteY7" fmla="*/ 2739 h 270029"/>
                <a:gd name="connsiteX8" fmla="*/ 0 w 252065"/>
                <a:gd name="connsiteY8" fmla="*/ 267291 h 270029"/>
                <a:gd name="connsiteX9" fmla="*/ 2738 w 252065"/>
                <a:gd name="connsiteY9" fmla="*/ 270029 h 270029"/>
                <a:gd name="connsiteX10" fmla="*/ 45638 w 252065"/>
                <a:gd name="connsiteY10" fmla="*/ 270029 h 270029"/>
                <a:gd name="connsiteX11" fmla="*/ 48376 w 252065"/>
                <a:gd name="connsiteY11" fmla="*/ 267291 h 270029"/>
                <a:gd name="connsiteX12" fmla="*/ 48376 w 252065"/>
                <a:gd name="connsiteY12" fmla="*/ 94690 h 270029"/>
                <a:gd name="connsiteX13" fmla="*/ 115792 w 252065"/>
                <a:gd name="connsiteY13" fmla="*/ 212234 h 270029"/>
                <a:gd name="connsiteX14" fmla="*/ 118165 w 252065"/>
                <a:gd name="connsiteY14" fmla="*/ 213603 h 270029"/>
                <a:gd name="connsiteX15" fmla="*/ 133864 w 252065"/>
                <a:gd name="connsiteY15" fmla="*/ 213603 h 270029"/>
                <a:gd name="connsiteX16" fmla="*/ 136238 w 252065"/>
                <a:gd name="connsiteY16" fmla="*/ 212216 h 270029"/>
                <a:gd name="connsiteX17" fmla="*/ 203307 w 252065"/>
                <a:gd name="connsiteY17" fmla="*/ 94379 h 270029"/>
                <a:gd name="connsiteX18" fmla="*/ 203307 w 252065"/>
                <a:gd name="connsiteY18" fmla="*/ 267291 h 270029"/>
                <a:gd name="connsiteX19" fmla="*/ 206045 w 252065"/>
                <a:gd name="connsiteY19" fmla="*/ 270029 h 270029"/>
                <a:gd name="connsiteX20" fmla="*/ 249328 w 252065"/>
                <a:gd name="connsiteY20" fmla="*/ 270029 h 270029"/>
                <a:gd name="connsiteX21" fmla="*/ 252066 w 252065"/>
                <a:gd name="connsiteY21" fmla="*/ 267291 h 270029"/>
                <a:gd name="connsiteX22" fmla="*/ 252066 w 252065"/>
                <a:gd name="connsiteY22" fmla="*/ 2739 h 270029"/>
                <a:gd name="connsiteX23" fmla="*/ 249346 w 252065"/>
                <a:gd name="connsiteY23" fmla="*/ 1 h 27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2065" h="270029">
                  <a:moveTo>
                    <a:pt x="249346" y="1"/>
                  </a:moveTo>
                  <a:lnTo>
                    <a:pt x="204548" y="1"/>
                  </a:lnTo>
                  <a:cubicBezTo>
                    <a:pt x="203540" y="-2"/>
                    <a:pt x="202612" y="553"/>
                    <a:pt x="202138" y="1443"/>
                  </a:cubicBezTo>
                  <a:lnTo>
                    <a:pt x="126398" y="142007"/>
                  </a:lnTo>
                  <a:lnTo>
                    <a:pt x="49928" y="1443"/>
                  </a:lnTo>
                  <a:cubicBezTo>
                    <a:pt x="49445" y="535"/>
                    <a:pt x="48491" y="-23"/>
                    <a:pt x="47463" y="1"/>
                  </a:cubicBezTo>
                  <a:lnTo>
                    <a:pt x="2738" y="1"/>
                  </a:lnTo>
                  <a:cubicBezTo>
                    <a:pt x="1226" y="1"/>
                    <a:pt x="0" y="1227"/>
                    <a:pt x="0" y="2739"/>
                  </a:cubicBezTo>
                  <a:lnTo>
                    <a:pt x="0" y="267291"/>
                  </a:lnTo>
                  <a:cubicBezTo>
                    <a:pt x="0" y="268803"/>
                    <a:pt x="1226" y="270029"/>
                    <a:pt x="2738" y="270029"/>
                  </a:cubicBezTo>
                  <a:lnTo>
                    <a:pt x="45638" y="270029"/>
                  </a:lnTo>
                  <a:cubicBezTo>
                    <a:pt x="47150" y="270029"/>
                    <a:pt x="48376" y="268803"/>
                    <a:pt x="48376" y="267291"/>
                  </a:cubicBezTo>
                  <a:lnTo>
                    <a:pt x="48376" y="94690"/>
                  </a:lnTo>
                  <a:lnTo>
                    <a:pt x="115792" y="212234"/>
                  </a:lnTo>
                  <a:cubicBezTo>
                    <a:pt x="116287" y="213076"/>
                    <a:pt x="117188" y="213596"/>
                    <a:pt x="118165" y="213603"/>
                  </a:cubicBezTo>
                  <a:lnTo>
                    <a:pt x="133864" y="213603"/>
                  </a:lnTo>
                  <a:cubicBezTo>
                    <a:pt x="134849" y="213608"/>
                    <a:pt x="135758" y="213076"/>
                    <a:pt x="136238" y="212216"/>
                  </a:cubicBezTo>
                  <a:lnTo>
                    <a:pt x="203307" y="94379"/>
                  </a:lnTo>
                  <a:lnTo>
                    <a:pt x="203307" y="267291"/>
                  </a:lnTo>
                  <a:cubicBezTo>
                    <a:pt x="203307" y="268803"/>
                    <a:pt x="204533" y="270029"/>
                    <a:pt x="206045" y="270029"/>
                  </a:cubicBezTo>
                  <a:lnTo>
                    <a:pt x="249328" y="270029"/>
                  </a:lnTo>
                  <a:cubicBezTo>
                    <a:pt x="250840" y="270029"/>
                    <a:pt x="252066" y="268803"/>
                    <a:pt x="252066" y="267291"/>
                  </a:cubicBezTo>
                  <a:lnTo>
                    <a:pt x="252066" y="2739"/>
                  </a:lnTo>
                  <a:cubicBezTo>
                    <a:pt x="252066" y="1234"/>
                    <a:pt x="250851" y="11"/>
                    <a:pt x="249346" y="1"/>
                  </a:cubicBezTo>
                  <a:close/>
                </a:path>
              </a:pathLst>
            </a:custGeom>
            <a:solidFill>
              <a:srgbClr val="0C1C2B"/>
            </a:solidFill>
            <a:ln w="1819"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53C12AF9-026D-D24D-B391-0824304FA3B9}"/>
                </a:ext>
              </a:extLst>
            </p:cNvPr>
            <p:cNvSpPr/>
            <p:nvPr/>
          </p:nvSpPr>
          <p:spPr>
            <a:xfrm>
              <a:off x="6804662" y="-10352"/>
              <a:ext cx="45820" cy="271434"/>
            </a:xfrm>
            <a:custGeom>
              <a:avLst/>
              <a:gdLst>
                <a:gd name="connsiteX0" fmla="*/ 43082 w 45820"/>
                <a:gd name="connsiteY0" fmla="*/ 0 h 271434"/>
                <a:gd name="connsiteX1" fmla="*/ 45820 w 45820"/>
                <a:gd name="connsiteY1" fmla="*/ 0 h 271434"/>
                <a:gd name="connsiteX2" fmla="*/ 45820 w 45820"/>
                <a:gd name="connsiteY2" fmla="*/ 271434 h 271434"/>
                <a:gd name="connsiteX3" fmla="*/ 43082 w 45820"/>
                <a:gd name="connsiteY3" fmla="*/ 271434 h 271434"/>
                <a:gd name="connsiteX4" fmla="*/ 2738 w 45820"/>
                <a:gd name="connsiteY4" fmla="*/ 271434 h 271434"/>
                <a:gd name="connsiteX5" fmla="*/ 0 w 45820"/>
                <a:gd name="connsiteY5" fmla="*/ 271434 h 271434"/>
                <a:gd name="connsiteX6" fmla="*/ 0 w 45820"/>
                <a:gd name="connsiteY6" fmla="*/ 0 h 271434"/>
                <a:gd name="connsiteX7" fmla="*/ 2738 w 45820"/>
                <a:gd name="connsiteY7" fmla="*/ 0 h 271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20" h="271434">
                  <a:moveTo>
                    <a:pt x="43082" y="0"/>
                  </a:moveTo>
                  <a:cubicBezTo>
                    <a:pt x="44594" y="0"/>
                    <a:pt x="45820" y="0"/>
                    <a:pt x="45820" y="0"/>
                  </a:cubicBezTo>
                  <a:lnTo>
                    <a:pt x="45820" y="271434"/>
                  </a:lnTo>
                  <a:cubicBezTo>
                    <a:pt x="45820" y="271434"/>
                    <a:pt x="44594" y="271434"/>
                    <a:pt x="43082" y="271434"/>
                  </a:cubicBezTo>
                  <a:lnTo>
                    <a:pt x="2738" y="271434"/>
                  </a:lnTo>
                  <a:cubicBezTo>
                    <a:pt x="1226" y="271434"/>
                    <a:pt x="0" y="271434"/>
                    <a:pt x="0" y="271434"/>
                  </a:cubicBezTo>
                  <a:lnTo>
                    <a:pt x="0" y="0"/>
                  </a:lnTo>
                  <a:cubicBezTo>
                    <a:pt x="0" y="0"/>
                    <a:pt x="1226" y="0"/>
                    <a:pt x="2738" y="0"/>
                  </a:cubicBezTo>
                  <a:close/>
                </a:path>
              </a:pathLst>
            </a:custGeom>
            <a:solidFill>
              <a:srgbClr val="0C1C2B"/>
            </a:solidFill>
            <a:ln w="1819"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2E7171A9-AED0-CB4D-A200-7659E2C7B506}"/>
                </a:ext>
              </a:extLst>
            </p:cNvPr>
            <p:cNvSpPr/>
            <p:nvPr/>
          </p:nvSpPr>
          <p:spPr>
            <a:xfrm>
              <a:off x="6495677" y="-11302"/>
              <a:ext cx="242050" cy="273132"/>
            </a:xfrm>
            <a:custGeom>
              <a:avLst/>
              <a:gdLst>
                <a:gd name="connsiteX0" fmla="*/ 241222 w 242050"/>
                <a:gd name="connsiteY0" fmla="*/ 222639 h 273132"/>
                <a:gd name="connsiteX1" fmla="*/ 212014 w 242050"/>
                <a:gd name="connsiteY1" fmla="*/ 193047 h 273132"/>
                <a:gd name="connsiteX2" fmla="*/ 208199 w 242050"/>
                <a:gd name="connsiteY2" fmla="*/ 193047 h 273132"/>
                <a:gd name="connsiteX3" fmla="*/ 135781 w 242050"/>
                <a:gd name="connsiteY3" fmla="*/ 225578 h 273132"/>
                <a:gd name="connsiteX4" fmla="*/ 53122 w 242050"/>
                <a:gd name="connsiteY4" fmla="*/ 136639 h 273132"/>
                <a:gd name="connsiteX5" fmla="*/ 53122 w 242050"/>
                <a:gd name="connsiteY5" fmla="*/ 135891 h 273132"/>
                <a:gd name="connsiteX6" fmla="*/ 76653 w 242050"/>
                <a:gd name="connsiteY6" fmla="*/ 73093 h 273132"/>
                <a:gd name="connsiteX7" fmla="*/ 135781 w 242050"/>
                <a:gd name="connsiteY7" fmla="*/ 47317 h 273132"/>
                <a:gd name="connsiteX8" fmla="*/ 206355 w 242050"/>
                <a:gd name="connsiteY8" fmla="*/ 78752 h 273132"/>
                <a:gd name="connsiteX9" fmla="*/ 210225 w 242050"/>
                <a:gd name="connsiteY9" fmla="*/ 78615 h 273132"/>
                <a:gd name="connsiteX10" fmla="*/ 210298 w 242050"/>
                <a:gd name="connsiteY10" fmla="*/ 78533 h 273132"/>
                <a:gd name="connsiteX11" fmla="*/ 239506 w 242050"/>
                <a:gd name="connsiteY11" fmla="*/ 44889 h 273132"/>
                <a:gd name="connsiteX12" fmla="*/ 239324 w 242050"/>
                <a:gd name="connsiteY12" fmla="*/ 41129 h 273132"/>
                <a:gd name="connsiteX13" fmla="*/ 136183 w 242050"/>
                <a:gd name="connsiteY13" fmla="*/ 0 h 273132"/>
                <a:gd name="connsiteX14" fmla="*/ 0 w 242050"/>
                <a:gd name="connsiteY14" fmla="*/ 136566 h 273132"/>
                <a:gd name="connsiteX15" fmla="*/ 0 w 242050"/>
                <a:gd name="connsiteY15" fmla="*/ 137296 h 273132"/>
                <a:gd name="connsiteX16" fmla="*/ 38336 w 242050"/>
                <a:gd name="connsiteY16" fmla="*/ 233628 h 273132"/>
                <a:gd name="connsiteX17" fmla="*/ 134357 w 242050"/>
                <a:gd name="connsiteY17" fmla="*/ 273132 h 273132"/>
                <a:gd name="connsiteX18" fmla="*/ 241314 w 242050"/>
                <a:gd name="connsiteY18" fmla="*/ 226454 h 273132"/>
                <a:gd name="connsiteX19" fmla="*/ 241222 w 242050"/>
                <a:gd name="connsiteY19" fmla="*/ 222639 h 27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2050" h="273132">
                  <a:moveTo>
                    <a:pt x="241222" y="222639"/>
                  </a:moveTo>
                  <a:lnTo>
                    <a:pt x="212014" y="193047"/>
                  </a:lnTo>
                  <a:cubicBezTo>
                    <a:pt x="210948" y="192025"/>
                    <a:pt x="209265" y="192025"/>
                    <a:pt x="208199" y="193047"/>
                  </a:cubicBezTo>
                  <a:cubicBezTo>
                    <a:pt x="186695" y="213128"/>
                    <a:pt x="167070" y="225578"/>
                    <a:pt x="135781" y="225578"/>
                  </a:cubicBezTo>
                  <a:cubicBezTo>
                    <a:pt x="88665" y="225578"/>
                    <a:pt x="53122" y="187352"/>
                    <a:pt x="53122" y="136639"/>
                  </a:cubicBezTo>
                  <a:lnTo>
                    <a:pt x="53122" y="135891"/>
                  </a:lnTo>
                  <a:cubicBezTo>
                    <a:pt x="53122" y="111867"/>
                    <a:pt x="61483" y="89578"/>
                    <a:pt x="76653" y="73093"/>
                  </a:cubicBezTo>
                  <a:cubicBezTo>
                    <a:pt x="91840" y="56540"/>
                    <a:pt x="113317" y="47178"/>
                    <a:pt x="135781" y="47317"/>
                  </a:cubicBezTo>
                  <a:cubicBezTo>
                    <a:pt x="161192" y="47317"/>
                    <a:pt x="182971" y="57011"/>
                    <a:pt x="206355" y="78752"/>
                  </a:cubicBezTo>
                  <a:cubicBezTo>
                    <a:pt x="207462" y="79783"/>
                    <a:pt x="209195" y="79721"/>
                    <a:pt x="210225" y="78615"/>
                  </a:cubicBezTo>
                  <a:cubicBezTo>
                    <a:pt x="210250" y="78588"/>
                    <a:pt x="210275" y="78561"/>
                    <a:pt x="210298" y="78533"/>
                  </a:cubicBezTo>
                  <a:lnTo>
                    <a:pt x="239506" y="44889"/>
                  </a:lnTo>
                  <a:cubicBezTo>
                    <a:pt x="240463" y="43789"/>
                    <a:pt x="240383" y="42131"/>
                    <a:pt x="239324" y="41129"/>
                  </a:cubicBezTo>
                  <a:cubicBezTo>
                    <a:pt x="218057" y="20756"/>
                    <a:pt x="189122" y="0"/>
                    <a:pt x="136183" y="0"/>
                  </a:cubicBezTo>
                  <a:cubicBezTo>
                    <a:pt x="58544" y="0"/>
                    <a:pt x="0" y="58708"/>
                    <a:pt x="0" y="136566"/>
                  </a:cubicBezTo>
                  <a:lnTo>
                    <a:pt x="0" y="137296"/>
                  </a:lnTo>
                  <a:cubicBezTo>
                    <a:pt x="0" y="174190"/>
                    <a:pt x="13600" y="208491"/>
                    <a:pt x="38336" y="233628"/>
                  </a:cubicBezTo>
                  <a:cubicBezTo>
                    <a:pt x="63071" y="258765"/>
                    <a:pt x="97373" y="273132"/>
                    <a:pt x="134357" y="273132"/>
                  </a:cubicBezTo>
                  <a:cubicBezTo>
                    <a:pt x="165081" y="273132"/>
                    <a:pt x="201901" y="267656"/>
                    <a:pt x="241314" y="226454"/>
                  </a:cubicBezTo>
                  <a:cubicBezTo>
                    <a:pt x="242330" y="225371"/>
                    <a:pt x="242290" y="223672"/>
                    <a:pt x="241222" y="222639"/>
                  </a:cubicBezTo>
                  <a:close/>
                </a:path>
              </a:pathLst>
            </a:custGeom>
            <a:solidFill>
              <a:srgbClr val="0C1C2B"/>
            </a:solidFill>
            <a:ln w="1819"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1E89D7AA-20AA-A644-874A-1BFA679DD5BB}"/>
                </a:ext>
              </a:extLst>
            </p:cNvPr>
            <p:cNvSpPr/>
            <p:nvPr/>
          </p:nvSpPr>
          <p:spPr>
            <a:xfrm>
              <a:off x="6242625" y="-11393"/>
              <a:ext cx="200403" cy="273533"/>
            </a:xfrm>
            <a:custGeom>
              <a:avLst/>
              <a:gdLst>
                <a:gd name="connsiteX0" fmla="*/ 175376 w 200403"/>
                <a:gd name="connsiteY0" fmla="*/ 136822 h 273533"/>
                <a:gd name="connsiteX1" fmla="*/ 122710 w 200403"/>
                <a:gd name="connsiteY1" fmla="*/ 115518 h 273533"/>
                <a:gd name="connsiteX2" fmla="*/ 121396 w 200403"/>
                <a:gd name="connsiteY2" fmla="*/ 115244 h 273533"/>
                <a:gd name="connsiteX3" fmla="*/ 120374 w 200403"/>
                <a:gd name="connsiteY3" fmla="*/ 115043 h 273533"/>
                <a:gd name="connsiteX4" fmla="*/ 107248 w 200403"/>
                <a:gd name="connsiteY4" fmla="*/ 112360 h 273533"/>
                <a:gd name="connsiteX5" fmla="*/ 93374 w 200403"/>
                <a:gd name="connsiteY5" fmla="*/ 109494 h 273533"/>
                <a:gd name="connsiteX6" fmla="*/ 65243 w 200403"/>
                <a:gd name="connsiteY6" fmla="*/ 96715 h 273533"/>
                <a:gd name="connsiteX7" fmla="*/ 57576 w 200403"/>
                <a:gd name="connsiteY7" fmla="*/ 78259 h 273533"/>
                <a:gd name="connsiteX8" fmla="*/ 57576 w 200403"/>
                <a:gd name="connsiteY8" fmla="*/ 77547 h 273533"/>
                <a:gd name="connsiteX9" fmla="*/ 57576 w 200403"/>
                <a:gd name="connsiteY9" fmla="*/ 75357 h 273533"/>
                <a:gd name="connsiteX10" fmla="*/ 91987 w 200403"/>
                <a:gd name="connsiteY10" fmla="*/ 44104 h 273533"/>
                <a:gd name="connsiteX11" fmla="*/ 106938 w 200403"/>
                <a:gd name="connsiteY11" fmla="*/ 43666 h 273533"/>
                <a:gd name="connsiteX12" fmla="*/ 161484 w 200403"/>
                <a:gd name="connsiteY12" fmla="*/ 65262 h 273533"/>
                <a:gd name="connsiteX13" fmla="*/ 164514 w 200403"/>
                <a:gd name="connsiteY13" fmla="*/ 65882 h 273533"/>
                <a:gd name="connsiteX14" fmla="*/ 164697 w 200403"/>
                <a:gd name="connsiteY14" fmla="*/ 65882 h 273533"/>
                <a:gd name="connsiteX15" fmla="*/ 166650 w 200403"/>
                <a:gd name="connsiteY15" fmla="*/ 64915 h 273533"/>
                <a:gd name="connsiteX16" fmla="*/ 191149 w 200403"/>
                <a:gd name="connsiteY16" fmla="*/ 35853 h 273533"/>
                <a:gd name="connsiteX17" fmla="*/ 190838 w 200403"/>
                <a:gd name="connsiteY17" fmla="*/ 32019 h 273533"/>
                <a:gd name="connsiteX18" fmla="*/ 100932 w 200403"/>
                <a:gd name="connsiteY18" fmla="*/ 0 h 273533"/>
                <a:gd name="connsiteX19" fmla="*/ 9657 w 200403"/>
                <a:gd name="connsiteY19" fmla="*/ 79209 h 273533"/>
                <a:gd name="connsiteX20" fmla="*/ 9657 w 200403"/>
                <a:gd name="connsiteY20" fmla="*/ 80030 h 273533"/>
                <a:gd name="connsiteX21" fmla="*/ 29409 w 200403"/>
                <a:gd name="connsiteY21" fmla="*/ 130962 h 273533"/>
                <a:gd name="connsiteX22" fmla="*/ 82239 w 200403"/>
                <a:gd name="connsiteY22" fmla="*/ 154931 h 273533"/>
                <a:gd name="connsiteX23" fmla="*/ 90928 w 200403"/>
                <a:gd name="connsiteY23" fmla="*/ 156756 h 273533"/>
                <a:gd name="connsiteX24" fmla="*/ 96952 w 200403"/>
                <a:gd name="connsiteY24" fmla="*/ 157943 h 273533"/>
                <a:gd name="connsiteX25" fmla="*/ 105697 w 200403"/>
                <a:gd name="connsiteY25" fmla="*/ 159659 h 273533"/>
                <a:gd name="connsiteX26" fmla="*/ 113437 w 200403"/>
                <a:gd name="connsiteY26" fmla="*/ 161192 h 273533"/>
                <a:gd name="connsiteX27" fmla="*/ 141586 w 200403"/>
                <a:gd name="connsiteY27" fmla="*/ 172145 h 273533"/>
                <a:gd name="connsiteX28" fmla="*/ 152174 w 200403"/>
                <a:gd name="connsiteY28" fmla="*/ 195274 h 273533"/>
                <a:gd name="connsiteX29" fmla="*/ 152174 w 200403"/>
                <a:gd name="connsiteY29" fmla="*/ 195986 h 273533"/>
                <a:gd name="connsiteX30" fmla="*/ 112725 w 200403"/>
                <a:gd name="connsiteY30" fmla="*/ 229192 h 273533"/>
                <a:gd name="connsiteX31" fmla="*/ 104218 w 200403"/>
                <a:gd name="connsiteY31" fmla="*/ 229521 h 273533"/>
                <a:gd name="connsiteX32" fmla="*/ 104218 w 200403"/>
                <a:gd name="connsiteY32" fmla="*/ 229521 h 273533"/>
                <a:gd name="connsiteX33" fmla="*/ 96478 w 200403"/>
                <a:gd name="connsiteY33" fmla="*/ 229265 h 273533"/>
                <a:gd name="connsiteX34" fmla="*/ 32202 w 200403"/>
                <a:gd name="connsiteY34" fmla="*/ 201572 h 273533"/>
                <a:gd name="connsiteX35" fmla="*/ 29609 w 200403"/>
                <a:gd name="connsiteY35" fmla="*/ 200787 h 273533"/>
                <a:gd name="connsiteX36" fmla="*/ 29390 w 200403"/>
                <a:gd name="connsiteY36" fmla="*/ 200787 h 273533"/>
                <a:gd name="connsiteX37" fmla="*/ 27455 w 200403"/>
                <a:gd name="connsiteY37" fmla="*/ 201664 h 273533"/>
                <a:gd name="connsiteX38" fmla="*/ 730 w 200403"/>
                <a:gd name="connsiteY38" fmla="*/ 230726 h 273533"/>
                <a:gd name="connsiteX39" fmla="*/ 858 w 200403"/>
                <a:gd name="connsiteY39" fmla="*/ 234577 h 273533"/>
                <a:gd name="connsiteX40" fmla="*/ 103652 w 200403"/>
                <a:gd name="connsiteY40" fmla="*/ 273534 h 273533"/>
                <a:gd name="connsiteX41" fmla="*/ 200404 w 200403"/>
                <a:gd name="connsiteY41" fmla="*/ 193211 h 273533"/>
                <a:gd name="connsiteX42" fmla="*/ 200404 w 200403"/>
                <a:gd name="connsiteY42" fmla="*/ 192426 h 273533"/>
                <a:gd name="connsiteX43" fmla="*/ 175376 w 200403"/>
                <a:gd name="connsiteY43" fmla="*/ 136822 h 27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0403" h="273533">
                  <a:moveTo>
                    <a:pt x="175376" y="136822"/>
                  </a:moveTo>
                  <a:cubicBezTo>
                    <a:pt x="162707" y="126818"/>
                    <a:pt x="146442" y="120228"/>
                    <a:pt x="122710" y="115518"/>
                  </a:cubicBezTo>
                  <a:lnTo>
                    <a:pt x="121396" y="115244"/>
                  </a:lnTo>
                  <a:lnTo>
                    <a:pt x="120374" y="115043"/>
                  </a:lnTo>
                  <a:cubicBezTo>
                    <a:pt x="117946" y="114459"/>
                    <a:pt x="112761" y="113437"/>
                    <a:pt x="107248" y="112360"/>
                  </a:cubicBezTo>
                  <a:cubicBezTo>
                    <a:pt x="101334" y="111191"/>
                    <a:pt x="95200" y="110005"/>
                    <a:pt x="93374" y="109494"/>
                  </a:cubicBezTo>
                  <a:cubicBezTo>
                    <a:pt x="79044" y="105514"/>
                    <a:pt x="70355" y="101589"/>
                    <a:pt x="65243" y="96715"/>
                  </a:cubicBezTo>
                  <a:cubicBezTo>
                    <a:pt x="60132" y="91841"/>
                    <a:pt x="57941" y="86200"/>
                    <a:pt x="57576" y="78259"/>
                  </a:cubicBezTo>
                  <a:lnTo>
                    <a:pt x="57576" y="77547"/>
                  </a:lnTo>
                  <a:cubicBezTo>
                    <a:pt x="57576" y="76817"/>
                    <a:pt x="57576" y="76087"/>
                    <a:pt x="57576" y="75357"/>
                  </a:cubicBezTo>
                  <a:cubicBezTo>
                    <a:pt x="58270" y="58635"/>
                    <a:pt x="71468" y="46660"/>
                    <a:pt x="91987" y="44104"/>
                  </a:cubicBezTo>
                  <a:cubicBezTo>
                    <a:pt x="96946" y="43487"/>
                    <a:pt x="101952" y="43341"/>
                    <a:pt x="106938" y="43666"/>
                  </a:cubicBezTo>
                  <a:cubicBezTo>
                    <a:pt x="126963" y="44839"/>
                    <a:pt x="146083" y="52409"/>
                    <a:pt x="161484" y="65262"/>
                  </a:cubicBezTo>
                  <a:cubicBezTo>
                    <a:pt x="162338" y="65938"/>
                    <a:pt x="163463" y="66168"/>
                    <a:pt x="164514" y="65882"/>
                  </a:cubicBezTo>
                  <a:lnTo>
                    <a:pt x="164697" y="65882"/>
                  </a:lnTo>
                  <a:cubicBezTo>
                    <a:pt x="165454" y="65844"/>
                    <a:pt x="166161" y="65494"/>
                    <a:pt x="166650" y="64915"/>
                  </a:cubicBezTo>
                  <a:lnTo>
                    <a:pt x="191149" y="35853"/>
                  </a:lnTo>
                  <a:cubicBezTo>
                    <a:pt x="192121" y="34709"/>
                    <a:pt x="191982" y="32992"/>
                    <a:pt x="190838" y="32019"/>
                  </a:cubicBezTo>
                  <a:cubicBezTo>
                    <a:pt x="165281" y="9876"/>
                    <a:pt x="137479" y="0"/>
                    <a:pt x="100932" y="0"/>
                  </a:cubicBezTo>
                  <a:cubicBezTo>
                    <a:pt x="46349" y="0"/>
                    <a:pt x="9657" y="31837"/>
                    <a:pt x="9657" y="79209"/>
                  </a:cubicBezTo>
                  <a:lnTo>
                    <a:pt x="9657" y="80030"/>
                  </a:lnTo>
                  <a:cubicBezTo>
                    <a:pt x="9657" y="101936"/>
                    <a:pt x="16192" y="118512"/>
                    <a:pt x="29409" y="130962"/>
                  </a:cubicBezTo>
                  <a:cubicBezTo>
                    <a:pt x="41293" y="142116"/>
                    <a:pt x="58617" y="149965"/>
                    <a:pt x="82239" y="154931"/>
                  </a:cubicBezTo>
                  <a:cubicBezTo>
                    <a:pt x="83663" y="155332"/>
                    <a:pt x="87350" y="156026"/>
                    <a:pt x="90928" y="156756"/>
                  </a:cubicBezTo>
                  <a:cubicBezTo>
                    <a:pt x="93484" y="157231"/>
                    <a:pt x="95912" y="157687"/>
                    <a:pt x="96952" y="157943"/>
                  </a:cubicBezTo>
                  <a:cubicBezTo>
                    <a:pt x="98541" y="158308"/>
                    <a:pt x="102173" y="159001"/>
                    <a:pt x="105697" y="159659"/>
                  </a:cubicBezTo>
                  <a:cubicBezTo>
                    <a:pt x="108946" y="160279"/>
                    <a:pt x="112305" y="160918"/>
                    <a:pt x="113437" y="161192"/>
                  </a:cubicBezTo>
                  <a:cubicBezTo>
                    <a:pt x="126672" y="164405"/>
                    <a:pt x="135069" y="167107"/>
                    <a:pt x="141586" y="172145"/>
                  </a:cubicBezTo>
                  <a:cubicBezTo>
                    <a:pt x="148888" y="177749"/>
                    <a:pt x="152083" y="184924"/>
                    <a:pt x="152174" y="195274"/>
                  </a:cubicBezTo>
                  <a:lnTo>
                    <a:pt x="152174" y="195986"/>
                  </a:lnTo>
                  <a:cubicBezTo>
                    <a:pt x="152174" y="214807"/>
                    <a:pt x="137424" y="227221"/>
                    <a:pt x="112725" y="229192"/>
                  </a:cubicBezTo>
                  <a:cubicBezTo>
                    <a:pt x="109950" y="229411"/>
                    <a:pt x="107084" y="229521"/>
                    <a:pt x="104218" y="229521"/>
                  </a:cubicBezTo>
                  <a:lnTo>
                    <a:pt x="104218" y="229521"/>
                  </a:lnTo>
                  <a:cubicBezTo>
                    <a:pt x="101699" y="229521"/>
                    <a:pt x="99088" y="229429"/>
                    <a:pt x="96478" y="229265"/>
                  </a:cubicBezTo>
                  <a:cubicBezTo>
                    <a:pt x="70921" y="227440"/>
                    <a:pt x="51059" y="218933"/>
                    <a:pt x="32202" y="201572"/>
                  </a:cubicBezTo>
                  <a:cubicBezTo>
                    <a:pt x="31488" y="200954"/>
                    <a:pt x="30546" y="200669"/>
                    <a:pt x="29609" y="200787"/>
                  </a:cubicBezTo>
                  <a:lnTo>
                    <a:pt x="29390" y="200787"/>
                  </a:lnTo>
                  <a:cubicBezTo>
                    <a:pt x="28654" y="200807"/>
                    <a:pt x="27956" y="201123"/>
                    <a:pt x="27455" y="201664"/>
                  </a:cubicBezTo>
                  <a:lnTo>
                    <a:pt x="730" y="230726"/>
                  </a:lnTo>
                  <a:cubicBezTo>
                    <a:pt x="-291" y="231827"/>
                    <a:pt x="-234" y="233546"/>
                    <a:pt x="858" y="234577"/>
                  </a:cubicBezTo>
                  <a:cubicBezTo>
                    <a:pt x="28514" y="260792"/>
                    <a:pt x="62140" y="273534"/>
                    <a:pt x="103652" y="273534"/>
                  </a:cubicBezTo>
                  <a:cubicBezTo>
                    <a:pt x="162360" y="273534"/>
                    <a:pt x="200404" y="242007"/>
                    <a:pt x="200404" y="193211"/>
                  </a:cubicBezTo>
                  <a:lnTo>
                    <a:pt x="200404" y="192426"/>
                  </a:lnTo>
                  <a:cubicBezTo>
                    <a:pt x="200313" y="168585"/>
                    <a:pt x="191897" y="149892"/>
                    <a:pt x="175376" y="136822"/>
                  </a:cubicBezTo>
                  <a:close/>
                </a:path>
              </a:pathLst>
            </a:custGeom>
            <a:solidFill>
              <a:srgbClr val="0C1C2B"/>
            </a:solidFill>
            <a:ln w="1819"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D23C6081-F4B4-384F-BB1C-0EC67607D6FF}"/>
                </a:ext>
              </a:extLst>
            </p:cNvPr>
            <p:cNvSpPr/>
            <p:nvPr/>
          </p:nvSpPr>
          <p:spPr>
            <a:xfrm>
              <a:off x="6990662" y="-67473"/>
              <a:ext cx="388004" cy="387715"/>
            </a:xfrm>
            <a:custGeom>
              <a:avLst/>
              <a:gdLst>
                <a:gd name="connsiteX0" fmla="*/ 353145 w 388004"/>
                <a:gd name="connsiteY0" fmla="*/ 283556 h 387715"/>
                <a:gd name="connsiteX1" fmla="*/ 378026 w 388004"/>
                <a:gd name="connsiteY1" fmla="*/ 200897 h 387715"/>
                <a:gd name="connsiteX2" fmla="*/ 387875 w 388004"/>
                <a:gd name="connsiteY2" fmla="*/ 187599 h 387715"/>
                <a:gd name="connsiteX3" fmla="*/ 378026 w 388004"/>
                <a:gd name="connsiteY3" fmla="*/ 177750 h 387715"/>
                <a:gd name="connsiteX4" fmla="*/ 358621 w 388004"/>
                <a:gd name="connsiteY4" fmla="*/ 104912 h 387715"/>
                <a:gd name="connsiteX5" fmla="*/ 359835 w 388004"/>
                <a:gd name="connsiteY5" fmla="*/ 88382 h 387715"/>
                <a:gd name="connsiteX6" fmla="*/ 350972 w 388004"/>
                <a:gd name="connsiteY6" fmla="*/ 84320 h 387715"/>
                <a:gd name="connsiteX7" fmla="*/ 347084 w 388004"/>
                <a:gd name="connsiteY7" fmla="*/ 84977 h 387715"/>
                <a:gd name="connsiteX8" fmla="*/ 323608 w 388004"/>
                <a:gd name="connsiteY8" fmla="*/ 56116 h 387715"/>
                <a:gd name="connsiteX9" fmla="*/ 323334 w 388004"/>
                <a:gd name="connsiteY9" fmla="*/ 55715 h 387715"/>
                <a:gd name="connsiteX10" fmla="*/ 322987 w 388004"/>
                <a:gd name="connsiteY10" fmla="*/ 55477 h 387715"/>
                <a:gd name="connsiteX11" fmla="*/ 297594 w 388004"/>
                <a:gd name="connsiteY11" fmla="*/ 34174 h 387715"/>
                <a:gd name="connsiteX12" fmla="*/ 298854 w 388004"/>
                <a:gd name="connsiteY12" fmla="*/ 28003 h 387715"/>
                <a:gd name="connsiteX13" fmla="*/ 283029 w 388004"/>
                <a:gd name="connsiteY13" fmla="*/ 12174 h 387715"/>
                <a:gd name="connsiteX14" fmla="*/ 270486 w 388004"/>
                <a:gd name="connsiteY14" fmla="*/ 18346 h 387715"/>
                <a:gd name="connsiteX15" fmla="*/ 189817 w 388004"/>
                <a:gd name="connsiteY15" fmla="*/ 0 h 387715"/>
                <a:gd name="connsiteX16" fmla="*/ 189251 w 388004"/>
                <a:gd name="connsiteY16" fmla="*/ 0 h 387715"/>
                <a:gd name="connsiteX17" fmla="*/ 104876 w 388004"/>
                <a:gd name="connsiteY17" fmla="*/ 19898 h 387715"/>
                <a:gd name="connsiteX18" fmla="*/ 96424 w 388004"/>
                <a:gd name="connsiteY18" fmla="*/ 16247 h 387715"/>
                <a:gd name="connsiteX19" fmla="*/ 84686 w 388004"/>
                <a:gd name="connsiteY19" fmla="*/ 27985 h 387715"/>
                <a:gd name="connsiteX20" fmla="*/ 85160 w 388004"/>
                <a:gd name="connsiteY20" fmla="*/ 31271 h 387715"/>
                <a:gd name="connsiteX21" fmla="*/ 63911 w 388004"/>
                <a:gd name="connsiteY21" fmla="*/ 47591 h 387715"/>
                <a:gd name="connsiteX22" fmla="*/ 47653 w 388004"/>
                <a:gd name="connsiteY22" fmla="*/ 50813 h 387715"/>
                <a:gd name="connsiteX23" fmla="*/ 47646 w 388004"/>
                <a:gd name="connsiteY23" fmla="*/ 63838 h 387715"/>
                <a:gd name="connsiteX24" fmla="*/ 33498 w 388004"/>
                <a:gd name="connsiteY24" fmla="*/ 81892 h 387715"/>
                <a:gd name="connsiteX25" fmla="*/ 26890 w 388004"/>
                <a:gd name="connsiteY25" fmla="*/ 80450 h 387715"/>
                <a:gd name="connsiteX26" fmla="*/ 11045 w 388004"/>
                <a:gd name="connsiteY26" fmla="*/ 96259 h 387715"/>
                <a:gd name="connsiteX27" fmla="*/ 17763 w 388004"/>
                <a:gd name="connsiteY27" fmla="*/ 109220 h 387715"/>
                <a:gd name="connsiteX28" fmla="*/ 19752 w 388004"/>
                <a:gd name="connsiteY28" fmla="*/ 273296 h 387715"/>
                <a:gd name="connsiteX29" fmla="*/ 17788 w 388004"/>
                <a:gd name="connsiteY29" fmla="*/ 289754 h 387715"/>
                <a:gd name="connsiteX30" fmla="*/ 31381 w 388004"/>
                <a:gd name="connsiteY30" fmla="*/ 293377 h 387715"/>
                <a:gd name="connsiteX31" fmla="*/ 55587 w 388004"/>
                <a:gd name="connsiteY31" fmla="*/ 323114 h 387715"/>
                <a:gd name="connsiteX32" fmla="*/ 55733 w 388004"/>
                <a:gd name="connsiteY32" fmla="*/ 323333 h 387715"/>
                <a:gd name="connsiteX33" fmla="*/ 55989 w 388004"/>
                <a:gd name="connsiteY33" fmla="*/ 323498 h 387715"/>
                <a:gd name="connsiteX34" fmla="*/ 178170 w 388004"/>
                <a:gd name="connsiteY34" fmla="*/ 378153 h 387715"/>
                <a:gd name="connsiteX35" fmla="*/ 191849 w 388004"/>
                <a:gd name="connsiteY35" fmla="*/ 387512 h 387715"/>
                <a:gd name="connsiteX36" fmla="*/ 201208 w 388004"/>
                <a:gd name="connsiteY36" fmla="*/ 378153 h 387715"/>
                <a:gd name="connsiteX37" fmla="*/ 270467 w 388004"/>
                <a:gd name="connsiteY37" fmla="*/ 360190 h 387715"/>
                <a:gd name="connsiteX38" fmla="*/ 292668 w 388004"/>
                <a:gd name="connsiteY38" fmla="*/ 363044 h 387715"/>
                <a:gd name="connsiteX39" fmla="*/ 297576 w 388004"/>
                <a:gd name="connsiteY39" fmla="*/ 344363 h 387715"/>
                <a:gd name="connsiteX40" fmla="*/ 322659 w 388004"/>
                <a:gd name="connsiteY40" fmla="*/ 323352 h 387715"/>
                <a:gd name="connsiteX41" fmla="*/ 323006 w 388004"/>
                <a:gd name="connsiteY41" fmla="*/ 323114 h 387715"/>
                <a:gd name="connsiteX42" fmla="*/ 323243 w 388004"/>
                <a:gd name="connsiteY42" fmla="*/ 322786 h 387715"/>
                <a:gd name="connsiteX43" fmla="*/ 352707 w 388004"/>
                <a:gd name="connsiteY43" fmla="*/ 284450 h 387715"/>
                <a:gd name="connsiteX44" fmla="*/ 353145 w 388004"/>
                <a:gd name="connsiteY44" fmla="*/ 283556 h 387715"/>
                <a:gd name="connsiteX45" fmla="*/ 320961 w 388004"/>
                <a:gd name="connsiteY45" fmla="*/ 317109 h 387715"/>
                <a:gd name="connsiteX46" fmla="*/ 289252 w 388004"/>
                <a:gd name="connsiteY46" fmla="*/ 285345 h 387715"/>
                <a:gd name="connsiteX47" fmla="*/ 345843 w 388004"/>
                <a:gd name="connsiteY47" fmla="*/ 285345 h 387715"/>
                <a:gd name="connsiteX48" fmla="*/ 321034 w 388004"/>
                <a:gd name="connsiteY48" fmla="*/ 317109 h 387715"/>
                <a:gd name="connsiteX49" fmla="*/ 35835 w 388004"/>
                <a:gd name="connsiteY49" fmla="*/ 290255 h 387715"/>
                <a:gd name="connsiteX50" fmla="*/ 38299 w 388004"/>
                <a:gd name="connsiteY50" fmla="*/ 285400 h 387715"/>
                <a:gd name="connsiteX51" fmla="*/ 80834 w 388004"/>
                <a:gd name="connsiteY51" fmla="*/ 285400 h 387715"/>
                <a:gd name="connsiteX52" fmla="*/ 83463 w 388004"/>
                <a:gd name="connsiteY52" fmla="*/ 291752 h 387715"/>
                <a:gd name="connsiteX53" fmla="*/ 57759 w 388004"/>
                <a:gd name="connsiteY53" fmla="*/ 317455 h 387715"/>
                <a:gd name="connsiteX54" fmla="*/ 35835 w 388004"/>
                <a:gd name="connsiteY54" fmla="*/ 290255 h 387715"/>
                <a:gd name="connsiteX55" fmla="*/ 321326 w 388004"/>
                <a:gd name="connsiteY55" fmla="*/ 61611 h 387715"/>
                <a:gd name="connsiteX56" fmla="*/ 342484 w 388004"/>
                <a:gd name="connsiteY56" fmla="*/ 87953 h 387715"/>
                <a:gd name="connsiteX57" fmla="*/ 339563 w 388004"/>
                <a:gd name="connsiteY57" fmla="*/ 93302 h 387715"/>
                <a:gd name="connsiteX58" fmla="*/ 289617 w 388004"/>
                <a:gd name="connsiteY58" fmla="*/ 93302 h 387715"/>
                <a:gd name="connsiteX59" fmla="*/ 201116 w 388004"/>
                <a:gd name="connsiteY59" fmla="*/ 279868 h 387715"/>
                <a:gd name="connsiteX60" fmla="*/ 192464 w 388004"/>
                <a:gd name="connsiteY60" fmla="*/ 271215 h 387715"/>
                <a:gd name="connsiteX61" fmla="*/ 192464 w 388004"/>
                <a:gd name="connsiteY61" fmla="*/ 204749 h 387715"/>
                <a:gd name="connsiteX62" fmla="*/ 198451 w 388004"/>
                <a:gd name="connsiteY62" fmla="*/ 202284 h 387715"/>
                <a:gd name="connsiteX63" fmla="*/ 276054 w 388004"/>
                <a:gd name="connsiteY63" fmla="*/ 279868 h 387715"/>
                <a:gd name="connsiteX64" fmla="*/ 109385 w 388004"/>
                <a:gd name="connsiteY64" fmla="*/ 291716 h 387715"/>
                <a:gd name="connsiteX65" fmla="*/ 112013 w 388004"/>
                <a:gd name="connsiteY65" fmla="*/ 285345 h 387715"/>
                <a:gd name="connsiteX66" fmla="*/ 178334 w 388004"/>
                <a:gd name="connsiteY66" fmla="*/ 285345 h 387715"/>
                <a:gd name="connsiteX67" fmla="*/ 186987 w 388004"/>
                <a:gd name="connsiteY67" fmla="*/ 294016 h 387715"/>
                <a:gd name="connsiteX68" fmla="*/ 186987 w 388004"/>
                <a:gd name="connsiteY68" fmla="*/ 364517 h 387715"/>
                <a:gd name="connsiteX69" fmla="*/ 183610 w 388004"/>
                <a:gd name="connsiteY69" fmla="*/ 365923 h 387715"/>
                <a:gd name="connsiteX70" fmla="*/ 187024 w 388004"/>
                <a:gd name="connsiteY70" fmla="*/ 98778 h 387715"/>
                <a:gd name="connsiteX71" fmla="*/ 187024 w 388004"/>
                <a:gd name="connsiteY71" fmla="*/ 173624 h 387715"/>
                <a:gd name="connsiteX72" fmla="*/ 180324 w 388004"/>
                <a:gd name="connsiteY72" fmla="*/ 176399 h 387715"/>
                <a:gd name="connsiteX73" fmla="*/ 106281 w 388004"/>
                <a:gd name="connsiteY73" fmla="*/ 102374 h 387715"/>
                <a:gd name="connsiteX74" fmla="*/ 107815 w 388004"/>
                <a:gd name="connsiteY74" fmla="*/ 98723 h 387715"/>
                <a:gd name="connsiteX75" fmla="*/ 112050 w 388004"/>
                <a:gd name="connsiteY75" fmla="*/ 279868 h 387715"/>
                <a:gd name="connsiteX76" fmla="*/ 109421 w 388004"/>
                <a:gd name="connsiteY76" fmla="*/ 273534 h 387715"/>
                <a:gd name="connsiteX77" fmla="*/ 180616 w 388004"/>
                <a:gd name="connsiteY77" fmla="*/ 202339 h 387715"/>
                <a:gd name="connsiteX78" fmla="*/ 186969 w 388004"/>
                <a:gd name="connsiteY78" fmla="*/ 204858 h 387715"/>
                <a:gd name="connsiteX79" fmla="*/ 186969 w 388004"/>
                <a:gd name="connsiteY79" fmla="*/ 271270 h 387715"/>
                <a:gd name="connsiteX80" fmla="*/ 178316 w 388004"/>
                <a:gd name="connsiteY80" fmla="*/ 279923 h 387715"/>
                <a:gd name="connsiteX81" fmla="*/ 205151 w 388004"/>
                <a:gd name="connsiteY81" fmla="*/ 192061 h 387715"/>
                <a:gd name="connsiteX82" fmla="*/ 271618 w 388004"/>
                <a:gd name="connsiteY82" fmla="*/ 192061 h 387715"/>
                <a:gd name="connsiteX83" fmla="*/ 280325 w 388004"/>
                <a:gd name="connsiteY83" fmla="*/ 200897 h 387715"/>
                <a:gd name="connsiteX84" fmla="*/ 280325 w 388004"/>
                <a:gd name="connsiteY84" fmla="*/ 276382 h 387715"/>
                <a:gd name="connsiteX85" fmla="*/ 202413 w 388004"/>
                <a:gd name="connsiteY85" fmla="*/ 198451 h 387715"/>
                <a:gd name="connsiteX86" fmla="*/ 205114 w 388004"/>
                <a:gd name="connsiteY86" fmla="*/ 192061 h 387715"/>
                <a:gd name="connsiteX87" fmla="*/ 280325 w 388004"/>
                <a:gd name="connsiteY87" fmla="*/ 178096 h 387715"/>
                <a:gd name="connsiteX88" fmla="*/ 271709 w 388004"/>
                <a:gd name="connsiteY88" fmla="*/ 186585 h 387715"/>
                <a:gd name="connsiteX89" fmla="*/ 205151 w 388004"/>
                <a:gd name="connsiteY89" fmla="*/ 186585 h 387715"/>
                <a:gd name="connsiteX90" fmla="*/ 202632 w 388004"/>
                <a:gd name="connsiteY90" fmla="*/ 180287 h 387715"/>
                <a:gd name="connsiteX91" fmla="*/ 280289 w 388004"/>
                <a:gd name="connsiteY91" fmla="*/ 102630 h 387715"/>
                <a:gd name="connsiteX92" fmla="*/ 198835 w 388004"/>
                <a:gd name="connsiteY92" fmla="*/ 176380 h 387715"/>
                <a:gd name="connsiteX93" fmla="*/ 192500 w 388004"/>
                <a:gd name="connsiteY93" fmla="*/ 173660 h 387715"/>
                <a:gd name="connsiteX94" fmla="*/ 192500 w 388004"/>
                <a:gd name="connsiteY94" fmla="*/ 98815 h 387715"/>
                <a:gd name="connsiteX95" fmla="*/ 276473 w 388004"/>
                <a:gd name="connsiteY95" fmla="*/ 98815 h 387715"/>
                <a:gd name="connsiteX96" fmla="*/ 99180 w 388004"/>
                <a:gd name="connsiteY96" fmla="*/ 107413 h 387715"/>
                <a:gd name="connsiteX97" fmla="*/ 102320 w 388004"/>
                <a:gd name="connsiteY97" fmla="*/ 106153 h 387715"/>
                <a:gd name="connsiteX98" fmla="*/ 176454 w 388004"/>
                <a:gd name="connsiteY98" fmla="*/ 180287 h 387715"/>
                <a:gd name="connsiteX99" fmla="*/ 173935 w 388004"/>
                <a:gd name="connsiteY99" fmla="*/ 186585 h 387715"/>
                <a:gd name="connsiteX100" fmla="*/ 99089 w 388004"/>
                <a:gd name="connsiteY100" fmla="*/ 186585 h 387715"/>
                <a:gd name="connsiteX101" fmla="*/ 174026 w 388004"/>
                <a:gd name="connsiteY101" fmla="*/ 192061 h 387715"/>
                <a:gd name="connsiteX102" fmla="*/ 176764 w 388004"/>
                <a:gd name="connsiteY102" fmla="*/ 198451 h 387715"/>
                <a:gd name="connsiteX103" fmla="*/ 105569 w 388004"/>
                <a:gd name="connsiteY103" fmla="*/ 269645 h 387715"/>
                <a:gd name="connsiteX104" fmla="*/ 99253 w 388004"/>
                <a:gd name="connsiteY104" fmla="*/ 267035 h 387715"/>
                <a:gd name="connsiteX105" fmla="*/ 99253 w 388004"/>
                <a:gd name="connsiteY105" fmla="*/ 192061 h 387715"/>
                <a:gd name="connsiteX106" fmla="*/ 285820 w 388004"/>
                <a:gd name="connsiteY106" fmla="*/ 200897 h 387715"/>
                <a:gd name="connsiteX107" fmla="*/ 294509 w 388004"/>
                <a:gd name="connsiteY107" fmla="*/ 192061 h 387715"/>
                <a:gd name="connsiteX108" fmla="*/ 364974 w 388004"/>
                <a:gd name="connsiteY108" fmla="*/ 192061 h 387715"/>
                <a:gd name="connsiteX109" fmla="*/ 366380 w 388004"/>
                <a:gd name="connsiteY109" fmla="*/ 195439 h 387715"/>
                <a:gd name="connsiteX110" fmla="*/ 285820 w 388004"/>
                <a:gd name="connsiteY110" fmla="*/ 275998 h 387715"/>
                <a:gd name="connsiteX111" fmla="*/ 364974 w 388004"/>
                <a:gd name="connsiteY111" fmla="*/ 186585 h 387715"/>
                <a:gd name="connsiteX112" fmla="*/ 294363 w 388004"/>
                <a:gd name="connsiteY112" fmla="*/ 186585 h 387715"/>
                <a:gd name="connsiteX113" fmla="*/ 285765 w 388004"/>
                <a:gd name="connsiteY113" fmla="*/ 178115 h 387715"/>
                <a:gd name="connsiteX114" fmla="*/ 285765 w 388004"/>
                <a:gd name="connsiteY114" fmla="*/ 102648 h 387715"/>
                <a:gd name="connsiteX115" fmla="*/ 366325 w 388004"/>
                <a:gd name="connsiteY115" fmla="*/ 183208 h 387715"/>
                <a:gd name="connsiteX116" fmla="*/ 364919 w 388004"/>
                <a:gd name="connsiteY116" fmla="*/ 186585 h 387715"/>
                <a:gd name="connsiteX117" fmla="*/ 192500 w 388004"/>
                <a:gd name="connsiteY117" fmla="*/ 93302 h 387715"/>
                <a:gd name="connsiteX118" fmla="*/ 192500 w 388004"/>
                <a:gd name="connsiteY118" fmla="*/ 9328 h 387715"/>
                <a:gd name="connsiteX119" fmla="*/ 276473 w 388004"/>
                <a:gd name="connsiteY119" fmla="*/ 93302 h 387715"/>
                <a:gd name="connsiteX120" fmla="*/ 187024 w 388004"/>
                <a:gd name="connsiteY120" fmla="*/ 93302 h 387715"/>
                <a:gd name="connsiteX121" fmla="*/ 107815 w 388004"/>
                <a:gd name="connsiteY121" fmla="*/ 93302 h 387715"/>
                <a:gd name="connsiteX122" fmla="*/ 106409 w 388004"/>
                <a:gd name="connsiteY122" fmla="*/ 89924 h 387715"/>
                <a:gd name="connsiteX123" fmla="*/ 187024 w 388004"/>
                <a:gd name="connsiteY123" fmla="*/ 9347 h 387715"/>
                <a:gd name="connsiteX124" fmla="*/ 90272 w 388004"/>
                <a:gd name="connsiteY124" fmla="*/ 106080 h 387715"/>
                <a:gd name="connsiteX125" fmla="*/ 93667 w 388004"/>
                <a:gd name="connsiteY125" fmla="*/ 107486 h 387715"/>
                <a:gd name="connsiteX126" fmla="*/ 93667 w 388004"/>
                <a:gd name="connsiteY126" fmla="*/ 186640 h 387715"/>
                <a:gd name="connsiteX127" fmla="*/ 9694 w 388004"/>
                <a:gd name="connsiteY127" fmla="*/ 186640 h 387715"/>
                <a:gd name="connsiteX128" fmla="*/ 93667 w 388004"/>
                <a:gd name="connsiteY128" fmla="*/ 192116 h 387715"/>
                <a:gd name="connsiteX129" fmla="*/ 93667 w 388004"/>
                <a:gd name="connsiteY129" fmla="*/ 267108 h 387715"/>
                <a:gd name="connsiteX130" fmla="*/ 87314 w 388004"/>
                <a:gd name="connsiteY130" fmla="*/ 269718 h 387715"/>
                <a:gd name="connsiteX131" fmla="*/ 9712 w 388004"/>
                <a:gd name="connsiteY131" fmla="*/ 192116 h 387715"/>
                <a:gd name="connsiteX132" fmla="*/ 87296 w 388004"/>
                <a:gd name="connsiteY132" fmla="*/ 295641 h 387715"/>
                <a:gd name="connsiteX133" fmla="*/ 93667 w 388004"/>
                <a:gd name="connsiteY133" fmla="*/ 298269 h 387715"/>
                <a:gd name="connsiteX134" fmla="*/ 93667 w 388004"/>
                <a:gd name="connsiteY134" fmla="*/ 346152 h 387715"/>
                <a:gd name="connsiteX135" fmla="*/ 61648 w 388004"/>
                <a:gd name="connsiteY135" fmla="*/ 321289 h 387715"/>
                <a:gd name="connsiteX136" fmla="*/ 99144 w 388004"/>
                <a:gd name="connsiteY136" fmla="*/ 298269 h 387715"/>
                <a:gd name="connsiteX137" fmla="*/ 105478 w 388004"/>
                <a:gd name="connsiteY137" fmla="*/ 295641 h 387715"/>
                <a:gd name="connsiteX138" fmla="*/ 179722 w 388004"/>
                <a:gd name="connsiteY138" fmla="*/ 369793 h 387715"/>
                <a:gd name="connsiteX139" fmla="*/ 178462 w 388004"/>
                <a:gd name="connsiteY139" fmla="*/ 372622 h 387715"/>
                <a:gd name="connsiteX140" fmla="*/ 99180 w 388004"/>
                <a:gd name="connsiteY140" fmla="*/ 349292 h 387715"/>
                <a:gd name="connsiteX141" fmla="*/ 195895 w 388004"/>
                <a:gd name="connsiteY141" fmla="*/ 365977 h 387715"/>
                <a:gd name="connsiteX142" fmla="*/ 192518 w 388004"/>
                <a:gd name="connsiteY142" fmla="*/ 364572 h 387715"/>
                <a:gd name="connsiteX143" fmla="*/ 192518 w 388004"/>
                <a:gd name="connsiteY143" fmla="*/ 294016 h 387715"/>
                <a:gd name="connsiteX144" fmla="*/ 201171 w 388004"/>
                <a:gd name="connsiteY144" fmla="*/ 285345 h 387715"/>
                <a:gd name="connsiteX145" fmla="*/ 276473 w 388004"/>
                <a:gd name="connsiteY145" fmla="*/ 285345 h 387715"/>
                <a:gd name="connsiteX146" fmla="*/ 289690 w 388004"/>
                <a:gd name="connsiteY146" fmla="*/ 279923 h 387715"/>
                <a:gd name="connsiteX147" fmla="*/ 370250 w 388004"/>
                <a:gd name="connsiteY147" fmla="*/ 199363 h 387715"/>
                <a:gd name="connsiteX148" fmla="*/ 372696 w 388004"/>
                <a:gd name="connsiteY148" fmla="*/ 200514 h 387715"/>
                <a:gd name="connsiteX149" fmla="*/ 349074 w 388004"/>
                <a:gd name="connsiteY149" fmla="*/ 279923 h 387715"/>
                <a:gd name="connsiteX150" fmla="*/ 372714 w 388004"/>
                <a:gd name="connsiteY150" fmla="*/ 178242 h 387715"/>
                <a:gd name="connsiteX151" fmla="*/ 370250 w 388004"/>
                <a:gd name="connsiteY151" fmla="*/ 179392 h 387715"/>
                <a:gd name="connsiteX152" fmla="*/ 289635 w 388004"/>
                <a:gd name="connsiteY152" fmla="*/ 98778 h 387715"/>
                <a:gd name="connsiteX153" fmla="*/ 339581 w 388004"/>
                <a:gd name="connsiteY153" fmla="*/ 98778 h 387715"/>
                <a:gd name="connsiteX154" fmla="*/ 353583 w 388004"/>
                <a:gd name="connsiteY154" fmla="*/ 107453 h 387715"/>
                <a:gd name="connsiteX155" fmla="*/ 353747 w 388004"/>
                <a:gd name="connsiteY155" fmla="*/ 107413 h 387715"/>
                <a:gd name="connsiteX156" fmla="*/ 372659 w 388004"/>
                <a:gd name="connsiteY156" fmla="*/ 178188 h 387715"/>
                <a:gd name="connsiteX157" fmla="*/ 317511 w 388004"/>
                <a:gd name="connsiteY157" fmla="*/ 57759 h 387715"/>
                <a:gd name="connsiteX158" fmla="*/ 285765 w 388004"/>
                <a:gd name="connsiteY158" fmla="*/ 89450 h 387715"/>
                <a:gd name="connsiteX159" fmla="*/ 285765 w 388004"/>
                <a:gd name="connsiteY159" fmla="*/ 43575 h 387715"/>
                <a:gd name="connsiteX160" fmla="*/ 294601 w 388004"/>
                <a:gd name="connsiteY160" fmla="*/ 38774 h 387715"/>
                <a:gd name="connsiteX161" fmla="*/ 317456 w 388004"/>
                <a:gd name="connsiteY161" fmla="*/ 57723 h 387715"/>
                <a:gd name="connsiteX162" fmla="*/ 280343 w 388004"/>
                <a:gd name="connsiteY162" fmla="*/ 43611 h 387715"/>
                <a:gd name="connsiteX163" fmla="*/ 280343 w 388004"/>
                <a:gd name="connsiteY163" fmla="*/ 89450 h 387715"/>
                <a:gd name="connsiteX164" fmla="*/ 196553 w 388004"/>
                <a:gd name="connsiteY164" fmla="*/ 5659 h 387715"/>
                <a:gd name="connsiteX165" fmla="*/ 267985 w 388004"/>
                <a:gd name="connsiteY165" fmla="*/ 23221 h 387715"/>
                <a:gd name="connsiteX166" fmla="*/ 267236 w 388004"/>
                <a:gd name="connsiteY166" fmla="*/ 28022 h 387715"/>
                <a:gd name="connsiteX167" fmla="*/ 280289 w 388004"/>
                <a:gd name="connsiteY167" fmla="*/ 43575 h 387715"/>
                <a:gd name="connsiteX168" fmla="*/ 183044 w 388004"/>
                <a:gd name="connsiteY168" fmla="*/ 5641 h 387715"/>
                <a:gd name="connsiteX169" fmla="*/ 102539 w 388004"/>
                <a:gd name="connsiteY169" fmla="*/ 86036 h 387715"/>
                <a:gd name="connsiteX170" fmla="*/ 99180 w 388004"/>
                <a:gd name="connsiteY170" fmla="*/ 84631 h 387715"/>
                <a:gd name="connsiteX171" fmla="*/ 99180 w 388004"/>
                <a:gd name="connsiteY171" fmla="*/ 39376 h 387715"/>
                <a:gd name="connsiteX172" fmla="*/ 108143 w 388004"/>
                <a:gd name="connsiteY172" fmla="*/ 28003 h 387715"/>
                <a:gd name="connsiteX173" fmla="*/ 107650 w 388004"/>
                <a:gd name="connsiteY173" fmla="*/ 24626 h 387715"/>
                <a:gd name="connsiteX174" fmla="*/ 182989 w 388004"/>
                <a:gd name="connsiteY174" fmla="*/ 5604 h 387715"/>
                <a:gd name="connsiteX175" fmla="*/ 93704 w 388004"/>
                <a:gd name="connsiteY175" fmla="*/ 39394 h 387715"/>
                <a:gd name="connsiteX176" fmla="*/ 93704 w 388004"/>
                <a:gd name="connsiteY176" fmla="*/ 84631 h 387715"/>
                <a:gd name="connsiteX177" fmla="*/ 90053 w 388004"/>
                <a:gd name="connsiteY177" fmla="*/ 86164 h 387715"/>
                <a:gd name="connsiteX178" fmla="*/ 67380 w 388004"/>
                <a:gd name="connsiteY178" fmla="*/ 63473 h 387715"/>
                <a:gd name="connsiteX179" fmla="*/ 69205 w 388004"/>
                <a:gd name="connsiteY179" fmla="*/ 57357 h 387715"/>
                <a:gd name="connsiteX180" fmla="*/ 67690 w 388004"/>
                <a:gd name="connsiteY180" fmla="*/ 51625 h 387715"/>
                <a:gd name="connsiteX181" fmla="*/ 87972 w 388004"/>
                <a:gd name="connsiteY181" fmla="*/ 36036 h 387715"/>
                <a:gd name="connsiteX182" fmla="*/ 93704 w 388004"/>
                <a:gd name="connsiteY182" fmla="*/ 39394 h 387715"/>
                <a:gd name="connsiteX183" fmla="*/ 51662 w 388004"/>
                <a:gd name="connsiteY183" fmla="*/ 67544 h 387715"/>
                <a:gd name="connsiteX184" fmla="*/ 63510 w 388004"/>
                <a:gd name="connsiteY184" fmla="*/ 67306 h 387715"/>
                <a:gd name="connsiteX185" fmla="*/ 86292 w 388004"/>
                <a:gd name="connsiteY185" fmla="*/ 90089 h 387715"/>
                <a:gd name="connsiteX186" fmla="*/ 85033 w 388004"/>
                <a:gd name="connsiteY186" fmla="*/ 93265 h 387715"/>
                <a:gd name="connsiteX187" fmla="*/ 42443 w 388004"/>
                <a:gd name="connsiteY187" fmla="*/ 93265 h 387715"/>
                <a:gd name="connsiteX188" fmla="*/ 38007 w 388004"/>
                <a:gd name="connsiteY188" fmla="*/ 84977 h 387715"/>
                <a:gd name="connsiteX189" fmla="*/ 51662 w 388004"/>
                <a:gd name="connsiteY189" fmla="*/ 67544 h 387715"/>
                <a:gd name="connsiteX190" fmla="*/ 26890 w 388004"/>
                <a:gd name="connsiteY190" fmla="*/ 112141 h 387715"/>
                <a:gd name="connsiteX191" fmla="*/ 42535 w 388004"/>
                <a:gd name="connsiteY191" fmla="*/ 98778 h 387715"/>
                <a:gd name="connsiteX192" fmla="*/ 85033 w 388004"/>
                <a:gd name="connsiteY192" fmla="*/ 98778 h 387715"/>
                <a:gd name="connsiteX193" fmla="*/ 86438 w 388004"/>
                <a:gd name="connsiteY193" fmla="*/ 102228 h 387715"/>
                <a:gd name="connsiteX194" fmla="*/ 5623 w 388004"/>
                <a:gd name="connsiteY194" fmla="*/ 183025 h 387715"/>
                <a:gd name="connsiteX195" fmla="*/ 22728 w 388004"/>
                <a:gd name="connsiteY195" fmla="*/ 111575 h 387715"/>
                <a:gd name="connsiteX196" fmla="*/ 26890 w 388004"/>
                <a:gd name="connsiteY196" fmla="*/ 112141 h 387715"/>
                <a:gd name="connsiteX197" fmla="*/ 5641 w 388004"/>
                <a:gd name="connsiteY197" fmla="*/ 195712 h 387715"/>
                <a:gd name="connsiteX198" fmla="*/ 83481 w 388004"/>
                <a:gd name="connsiteY198" fmla="*/ 273534 h 387715"/>
                <a:gd name="connsiteX199" fmla="*/ 80852 w 388004"/>
                <a:gd name="connsiteY199" fmla="*/ 279868 h 387715"/>
                <a:gd name="connsiteX200" fmla="*/ 38300 w 388004"/>
                <a:gd name="connsiteY200" fmla="*/ 279868 h 387715"/>
                <a:gd name="connsiteX201" fmla="*/ 24791 w 388004"/>
                <a:gd name="connsiteY201" fmla="*/ 271088 h 387715"/>
                <a:gd name="connsiteX202" fmla="*/ 5641 w 388004"/>
                <a:gd name="connsiteY202" fmla="*/ 195712 h 387715"/>
                <a:gd name="connsiteX203" fmla="*/ 200970 w 388004"/>
                <a:gd name="connsiteY203" fmla="*/ 372567 h 387715"/>
                <a:gd name="connsiteX204" fmla="*/ 199729 w 388004"/>
                <a:gd name="connsiteY204" fmla="*/ 369811 h 387715"/>
                <a:gd name="connsiteX205" fmla="*/ 280307 w 388004"/>
                <a:gd name="connsiteY205" fmla="*/ 289215 h 387715"/>
                <a:gd name="connsiteX206" fmla="*/ 280307 w 388004"/>
                <a:gd name="connsiteY206" fmla="*/ 334852 h 387715"/>
                <a:gd name="connsiteX207" fmla="*/ 267200 w 388004"/>
                <a:gd name="connsiteY207" fmla="*/ 350442 h 387715"/>
                <a:gd name="connsiteX208" fmla="*/ 267966 w 388004"/>
                <a:gd name="connsiteY208" fmla="*/ 355243 h 387715"/>
                <a:gd name="connsiteX209" fmla="*/ 200952 w 388004"/>
                <a:gd name="connsiteY209" fmla="*/ 372567 h 387715"/>
                <a:gd name="connsiteX210" fmla="*/ 285783 w 388004"/>
                <a:gd name="connsiteY210" fmla="*/ 334834 h 387715"/>
                <a:gd name="connsiteX211" fmla="*/ 285783 w 388004"/>
                <a:gd name="connsiteY211" fmla="*/ 289598 h 387715"/>
                <a:gd name="connsiteX212" fmla="*/ 317182 w 388004"/>
                <a:gd name="connsiteY212" fmla="*/ 320979 h 387715"/>
                <a:gd name="connsiteX213" fmla="*/ 294637 w 388004"/>
                <a:gd name="connsiteY213" fmla="*/ 339654 h 387715"/>
                <a:gd name="connsiteX214" fmla="*/ 285765 w 388004"/>
                <a:gd name="connsiteY214" fmla="*/ 334834 h 38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388004" h="387715">
                  <a:moveTo>
                    <a:pt x="353145" y="283556"/>
                  </a:moveTo>
                  <a:cubicBezTo>
                    <a:pt x="367737" y="258305"/>
                    <a:pt x="376255" y="230007"/>
                    <a:pt x="378026" y="200897"/>
                  </a:cubicBezTo>
                  <a:cubicBezTo>
                    <a:pt x="384418" y="199944"/>
                    <a:pt x="388828" y="193991"/>
                    <a:pt x="387875" y="187599"/>
                  </a:cubicBezTo>
                  <a:cubicBezTo>
                    <a:pt x="387117" y="182506"/>
                    <a:pt x="383119" y="178508"/>
                    <a:pt x="378026" y="177750"/>
                  </a:cubicBezTo>
                  <a:cubicBezTo>
                    <a:pt x="376547" y="152408"/>
                    <a:pt x="369945" y="127630"/>
                    <a:pt x="358621" y="104912"/>
                  </a:cubicBezTo>
                  <a:cubicBezTo>
                    <a:pt x="363521" y="100683"/>
                    <a:pt x="364065" y="93282"/>
                    <a:pt x="359835" y="88382"/>
                  </a:cubicBezTo>
                  <a:cubicBezTo>
                    <a:pt x="357611" y="85805"/>
                    <a:pt x="354376" y="84323"/>
                    <a:pt x="350972" y="84320"/>
                  </a:cubicBezTo>
                  <a:cubicBezTo>
                    <a:pt x="349649" y="84321"/>
                    <a:pt x="348335" y="84544"/>
                    <a:pt x="347084" y="84977"/>
                  </a:cubicBezTo>
                  <a:cubicBezTo>
                    <a:pt x="340216" y="74616"/>
                    <a:pt x="332354" y="64950"/>
                    <a:pt x="323608" y="56116"/>
                  </a:cubicBezTo>
                  <a:cubicBezTo>
                    <a:pt x="323534" y="55971"/>
                    <a:pt x="323442" y="55836"/>
                    <a:pt x="323334" y="55715"/>
                  </a:cubicBezTo>
                  <a:cubicBezTo>
                    <a:pt x="323223" y="55629"/>
                    <a:pt x="323107" y="55550"/>
                    <a:pt x="322987" y="55477"/>
                  </a:cubicBezTo>
                  <a:cubicBezTo>
                    <a:pt x="315154" y="47656"/>
                    <a:pt x="306658" y="40528"/>
                    <a:pt x="297594" y="34174"/>
                  </a:cubicBezTo>
                  <a:cubicBezTo>
                    <a:pt x="298433" y="32225"/>
                    <a:pt x="298861" y="30125"/>
                    <a:pt x="298854" y="28003"/>
                  </a:cubicBezTo>
                  <a:cubicBezTo>
                    <a:pt x="298855" y="19262"/>
                    <a:pt x="291770" y="12175"/>
                    <a:pt x="283029" y="12174"/>
                  </a:cubicBezTo>
                  <a:cubicBezTo>
                    <a:pt x="278117" y="12173"/>
                    <a:pt x="273482" y="14454"/>
                    <a:pt x="270486" y="18346"/>
                  </a:cubicBezTo>
                  <a:cubicBezTo>
                    <a:pt x="245291" y="6318"/>
                    <a:pt x="217735" y="51"/>
                    <a:pt x="189817" y="0"/>
                  </a:cubicBezTo>
                  <a:lnTo>
                    <a:pt x="189251" y="0"/>
                  </a:lnTo>
                  <a:cubicBezTo>
                    <a:pt x="159960" y="-30"/>
                    <a:pt x="131067" y="6784"/>
                    <a:pt x="104876" y="19898"/>
                  </a:cubicBezTo>
                  <a:cubicBezTo>
                    <a:pt x="102682" y="17568"/>
                    <a:pt x="99624" y="16247"/>
                    <a:pt x="96424" y="16247"/>
                  </a:cubicBezTo>
                  <a:cubicBezTo>
                    <a:pt x="89941" y="16247"/>
                    <a:pt x="84686" y="21502"/>
                    <a:pt x="84686" y="27985"/>
                  </a:cubicBezTo>
                  <a:cubicBezTo>
                    <a:pt x="84694" y="29097"/>
                    <a:pt x="84853" y="30202"/>
                    <a:pt x="85160" y="31271"/>
                  </a:cubicBezTo>
                  <a:cubicBezTo>
                    <a:pt x="77698" y="36199"/>
                    <a:pt x="70597" y="41653"/>
                    <a:pt x="63911" y="47591"/>
                  </a:cubicBezTo>
                  <a:cubicBezTo>
                    <a:pt x="58532" y="43991"/>
                    <a:pt x="51253" y="45434"/>
                    <a:pt x="47653" y="50813"/>
                  </a:cubicBezTo>
                  <a:cubicBezTo>
                    <a:pt x="45017" y="54754"/>
                    <a:pt x="45014" y="59895"/>
                    <a:pt x="47646" y="63838"/>
                  </a:cubicBezTo>
                  <a:cubicBezTo>
                    <a:pt x="42571" y="69566"/>
                    <a:pt x="37846" y="75595"/>
                    <a:pt x="33498" y="81892"/>
                  </a:cubicBezTo>
                  <a:cubicBezTo>
                    <a:pt x="31423" y="80947"/>
                    <a:pt x="29170" y="80455"/>
                    <a:pt x="26890" y="80450"/>
                  </a:cubicBezTo>
                  <a:cubicBezTo>
                    <a:pt x="18149" y="80440"/>
                    <a:pt x="11055" y="87518"/>
                    <a:pt x="11045" y="96259"/>
                  </a:cubicBezTo>
                  <a:cubicBezTo>
                    <a:pt x="11039" y="101416"/>
                    <a:pt x="13546" y="106252"/>
                    <a:pt x="17763" y="109220"/>
                  </a:cubicBezTo>
                  <a:cubicBezTo>
                    <a:pt x="-6600" y="161360"/>
                    <a:pt x="-5868" y="221762"/>
                    <a:pt x="19752" y="273296"/>
                  </a:cubicBezTo>
                  <a:cubicBezTo>
                    <a:pt x="14665" y="277299"/>
                    <a:pt x="13786" y="284667"/>
                    <a:pt x="17788" y="289754"/>
                  </a:cubicBezTo>
                  <a:cubicBezTo>
                    <a:pt x="21010" y="293849"/>
                    <a:pt x="26548" y="295325"/>
                    <a:pt x="31381" y="293377"/>
                  </a:cubicBezTo>
                  <a:cubicBezTo>
                    <a:pt x="38434" y="304075"/>
                    <a:pt x="46543" y="314037"/>
                    <a:pt x="55587" y="323114"/>
                  </a:cubicBezTo>
                  <a:cubicBezTo>
                    <a:pt x="55587" y="323114"/>
                    <a:pt x="55587" y="323279"/>
                    <a:pt x="55733" y="323333"/>
                  </a:cubicBezTo>
                  <a:cubicBezTo>
                    <a:pt x="55814" y="323395"/>
                    <a:pt x="55900" y="323450"/>
                    <a:pt x="55989" y="323498"/>
                  </a:cubicBezTo>
                  <a:cubicBezTo>
                    <a:pt x="88661" y="356045"/>
                    <a:pt x="132129" y="375490"/>
                    <a:pt x="178170" y="378153"/>
                  </a:cubicBezTo>
                  <a:cubicBezTo>
                    <a:pt x="179363" y="384515"/>
                    <a:pt x="185487" y="388705"/>
                    <a:pt x="191849" y="387512"/>
                  </a:cubicBezTo>
                  <a:cubicBezTo>
                    <a:pt x="196600" y="386621"/>
                    <a:pt x="200317" y="382905"/>
                    <a:pt x="201208" y="378153"/>
                  </a:cubicBezTo>
                  <a:cubicBezTo>
                    <a:pt x="225231" y="376654"/>
                    <a:pt x="248743" y="370556"/>
                    <a:pt x="270467" y="360190"/>
                  </a:cubicBezTo>
                  <a:cubicBezTo>
                    <a:pt x="275810" y="367109"/>
                    <a:pt x="285749" y="368386"/>
                    <a:pt x="292668" y="363044"/>
                  </a:cubicBezTo>
                  <a:cubicBezTo>
                    <a:pt x="298354" y="358653"/>
                    <a:pt x="300370" y="350983"/>
                    <a:pt x="297576" y="344363"/>
                  </a:cubicBezTo>
                  <a:cubicBezTo>
                    <a:pt x="306521" y="338087"/>
                    <a:pt x="314912" y="331058"/>
                    <a:pt x="322659" y="323352"/>
                  </a:cubicBezTo>
                  <a:cubicBezTo>
                    <a:pt x="322779" y="323279"/>
                    <a:pt x="322894" y="323200"/>
                    <a:pt x="323006" y="323114"/>
                  </a:cubicBezTo>
                  <a:cubicBezTo>
                    <a:pt x="323115" y="323023"/>
                    <a:pt x="323152" y="322895"/>
                    <a:pt x="323243" y="322786"/>
                  </a:cubicBezTo>
                  <a:cubicBezTo>
                    <a:pt x="334648" y="311306"/>
                    <a:pt x="344548" y="298425"/>
                    <a:pt x="352707" y="284450"/>
                  </a:cubicBezTo>
                  <a:cubicBezTo>
                    <a:pt x="352909" y="284183"/>
                    <a:pt x="353057" y="283879"/>
                    <a:pt x="353145" y="283556"/>
                  </a:cubicBezTo>
                  <a:close/>
                  <a:moveTo>
                    <a:pt x="320961" y="317109"/>
                  </a:moveTo>
                  <a:lnTo>
                    <a:pt x="289252" y="285345"/>
                  </a:lnTo>
                  <a:lnTo>
                    <a:pt x="345843" y="285345"/>
                  </a:lnTo>
                  <a:cubicBezTo>
                    <a:pt x="338750" y="296802"/>
                    <a:pt x="330432" y="307452"/>
                    <a:pt x="321034" y="317109"/>
                  </a:cubicBezTo>
                  <a:close/>
                  <a:moveTo>
                    <a:pt x="35835" y="290255"/>
                  </a:moveTo>
                  <a:cubicBezTo>
                    <a:pt x="37035" y="288858"/>
                    <a:pt x="37880" y="287193"/>
                    <a:pt x="38299" y="285400"/>
                  </a:cubicBezTo>
                  <a:lnTo>
                    <a:pt x="80834" y="285400"/>
                  </a:lnTo>
                  <a:cubicBezTo>
                    <a:pt x="81226" y="287686"/>
                    <a:pt x="82124" y="289857"/>
                    <a:pt x="83463" y="291752"/>
                  </a:cubicBezTo>
                  <a:lnTo>
                    <a:pt x="57759" y="317455"/>
                  </a:lnTo>
                  <a:cubicBezTo>
                    <a:pt x="49611" y="309100"/>
                    <a:pt x="42270" y="299992"/>
                    <a:pt x="35835" y="290255"/>
                  </a:cubicBezTo>
                  <a:close/>
                  <a:moveTo>
                    <a:pt x="321326" y="61611"/>
                  </a:moveTo>
                  <a:cubicBezTo>
                    <a:pt x="329167" y="69728"/>
                    <a:pt x="336249" y="78545"/>
                    <a:pt x="342484" y="87953"/>
                  </a:cubicBezTo>
                  <a:cubicBezTo>
                    <a:pt x="341053" y="89445"/>
                    <a:pt x="340045" y="91291"/>
                    <a:pt x="339563" y="93302"/>
                  </a:cubicBezTo>
                  <a:lnTo>
                    <a:pt x="289617" y="93302"/>
                  </a:lnTo>
                  <a:close/>
                  <a:moveTo>
                    <a:pt x="201116" y="279868"/>
                  </a:moveTo>
                  <a:cubicBezTo>
                    <a:pt x="200086" y="275588"/>
                    <a:pt x="196744" y="272245"/>
                    <a:pt x="192464" y="271215"/>
                  </a:cubicBezTo>
                  <a:lnTo>
                    <a:pt x="192464" y="204749"/>
                  </a:lnTo>
                  <a:cubicBezTo>
                    <a:pt x="194609" y="204354"/>
                    <a:pt x="196649" y="203514"/>
                    <a:pt x="198451" y="202284"/>
                  </a:cubicBezTo>
                  <a:lnTo>
                    <a:pt x="276054" y="279868"/>
                  </a:lnTo>
                  <a:close/>
                  <a:moveTo>
                    <a:pt x="109385" y="291716"/>
                  </a:moveTo>
                  <a:cubicBezTo>
                    <a:pt x="110720" y="289812"/>
                    <a:pt x="111618" y="287636"/>
                    <a:pt x="112013" y="285345"/>
                  </a:cubicBezTo>
                  <a:lnTo>
                    <a:pt x="178334" y="285345"/>
                  </a:lnTo>
                  <a:cubicBezTo>
                    <a:pt x="179358" y="289632"/>
                    <a:pt x="182701" y="292983"/>
                    <a:pt x="186987" y="294016"/>
                  </a:cubicBezTo>
                  <a:lnTo>
                    <a:pt x="186987" y="364517"/>
                  </a:lnTo>
                  <a:cubicBezTo>
                    <a:pt x="185793" y="364802"/>
                    <a:pt x="184653" y="365277"/>
                    <a:pt x="183610" y="365923"/>
                  </a:cubicBezTo>
                  <a:close/>
                  <a:moveTo>
                    <a:pt x="187024" y="98778"/>
                  </a:moveTo>
                  <a:lnTo>
                    <a:pt x="187024" y="173624"/>
                  </a:lnTo>
                  <a:cubicBezTo>
                    <a:pt x="184606" y="174017"/>
                    <a:pt x="182312" y="174967"/>
                    <a:pt x="180324" y="176399"/>
                  </a:cubicBezTo>
                  <a:lnTo>
                    <a:pt x="106281" y="102374"/>
                  </a:lnTo>
                  <a:cubicBezTo>
                    <a:pt x="106993" y="101252"/>
                    <a:pt x="107512" y="100018"/>
                    <a:pt x="107815" y="98723"/>
                  </a:cubicBezTo>
                  <a:close/>
                  <a:moveTo>
                    <a:pt x="112050" y="279868"/>
                  </a:moveTo>
                  <a:cubicBezTo>
                    <a:pt x="111638" y="277593"/>
                    <a:pt x="110742" y="275432"/>
                    <a:pt x="109421" y="273534"/>
                  </a:cubicBezTo>
                  <a:lnTo>
                    <a:pt x="180616" y="202339"/>
                  </a:lnTo>
                  <a:cubicBezTo>
                    <a:pt x="182520" y="203641"/>
                    <a:pt x="184690" y="204502"/>
                    <a:pt x="186969" y="204858"/>
                  </a:cubicBezTo>
                  <a:lnTo>
                    <a:pt x="186969" y="271270"/>
                  </a:lnTo>
                  <a:cubicBezTo>
                    <a:pt x="182688" y="272300"/>
                    <a:pt x="179346" y="275642"/>
                    <a:pt x="178316" y="279923"/>
                  </a:cubicBezTo>
                  <a:close/>
                  <a:moveTo>
                    <a:pt x="205151" y="192061"/>
                  </a:moveTo>
                  <a:lnTo>
                    <a:pt x="271618" y="192061"/>
                  </a:lnTo>
                  <a:cubicBezTo>
                    <a:pt x="272596" y="196427"/>
                    <a:pt x="275974" y="199855"/>
                    <a:pt x="280325" y="200897"/>
                  </a:cubicBezTo>
                  <a:lnTo>
                    <a:pt x="280325" y="276382"/>
                  </a:lnTo>
                  <a:lnTo>
                    <a:pt x="202413" y="198451"/>
                  </a:lnTo>
                  <a:cubicBezTo>
                    <a:pt x="203776" y="196548"/>
                    <a:pt x="204698" y="194365"/>
                    <a:pt x="205114" y="192061"/>
                  </a:cubicBezTo>
                  <a:close/>
                  <a:moveTo>
                    <a:pt x="280325" y="178096"/>
                  </a:moveTo>
                  <a:cubicBezTo>
                    <a:pt x="276102" y="179111"/>
                    <a:pt x="272786" y="182377"/>
                    <a:pt x="271709" y="186585"/>
                  </a:cubicBezTo>
                  <a:lnTo>
                    <a:pt x="205151" y="186585"/>
                  </a:lnTo>
                  <a:cubicBezTo>
                    <a:pt x="204774" y="184329"/>
                    <a:pt x="203915" y="182181"/>
                    <a:pt x="202632" y="180287"/>
                  </a:cubicBezTo>
                  <a:lnTo>
                    <a:pt x="280289" y="102630"/>
                  </a:lnTo>
                  <a:close/>
                  <a:moveTo>
                    <a:pt x="198835" y="176380"/>
                  </a:moveTo>
                  <a:cubicBezTo>
                    <a:pt x="196948" y="175021"/>
                    <a:pt x="194785" y="174092"/>
                    <a:pt x="192500" y="173660"/>
                  </a:cubicBezTo>
                  <a:lnTo>
                    <a:pt x="192500" y="98815"/>
                  </a:lnTo>
                  <a:lnTo>
                    <a:pt x="276473" y="98815"/>
                  </a:lnTo>
                  <a:close/>
                  <a:moveTo>
                    <a:pt x="99180" y="107413"/>
                  </a:moveTo>
                  <a:cubicBezTo>
                    <a:pt x="100282" y="107146"/>
                    <a:pt x="101340" y="106722"/>
                    <a:pt x="102320" y="106153"/>
                  </a:cubicBezTo>
                  <a:lnTo>
                    <a:pt x="176454" y="180287"/>
                  </a:lnTo>
                  <a:cubicBezTo>
                    <a:pt x="175171" y="182181"/>
                    <a:pt x="174312" y="184329"/>
                    <a:pt x="173935" y="186585"/>
                  </a:cubicBezTo>
                  <a:lnTo>
                    <a:pt x="99089" y="186585"/>
                  </a:lnTo>
                  <a:close/>
                  <a:moveTo>
                    <a:pt x="174026" y="192061"/>
                  </a:moveTo>
                  <a:cubicBezTo>
                    <a:pt x="174453" y="194368"/>
                    <a:pt x="175388" y="196551"/>
                    <a:pt x="176764" y="198451"/>
                  </a:cubicBezTo>
                  <a:lnTo>
                    <a:pt x="105569" y="269645"/>
                  </a:lnTo>
                  <a:cubicBezTo>
                    <a:pt x="103682" y="268320"/>
                    <a:pt x="101525" y="267428"/>
                    <a:pt x="99253" y="267035"/>
                  </a:cubicBezTo>
                  <a:lnTo>
                    <a:pt x="99253" y="192061"/>
                  </a:lnTo>
                  <a:close/>
                  <a:moveTo>
                    <a:pt x="285820" y="200897"/>
                  </a:moveTo>
                  <a:cubicBezTo>
                    <a:pt x="290164" y="199849"/>
                    <a:pt x="293534" y="196422"/>
                    <a:pt x="294509" y="192061"/>
                  </a:cubicBezTo>
                  <a:lnTo>
                    <a:pt x="364974" y="192061"/>
                  </a:lnTo>
                  <a:cubicBezTo>
                    <a:pt x="365256" y="193256"/>
                    <a:pt x="365731" y="194397"/>
                    <a:pt x="366380" y="195439"/>
                  </a:cubicBezTo>
                  <a:lnTo>
                    <a:pt x="285820" y="275998"/>
                  </a:lnTo>
                  <a:close/>
                  <a:moveTo>
                    <a:pt x="364974" y="186585"/>
                  </a:moveTo>
                  <a:lnTo>
                    <a:pt x="294363" y="186585"/>
                  </a:lnTo>
                  <a:cubicBezTo>
                    <a:pt x="293291" y="182385"/>
                    <a:pt x="289981" y="179124"/>
                    <a:pt x="285765" y="178115"/>
                  </a:cubicBezTo>
                  <a:lnTo>
                    <a:pt x="285765" y="102648"/>
                  </a:lnTo>
                  <a:lnTo>
                    <a:pt x="366325" y="183208"/>
                  </a:lnTo>
                  <a:cubicBezTo>
                    <a:pt x="365682" y="184253"/>
                    <a:pt x="365208" y="185392"/>
                    <a:pt x="364919" y="186585"/>
                  </a:cubicBezTo>
                  <a:close/>
                  <a:moveTo>
                    <a:pt x="192500" y="93302"/>
                  </a:moveTo>
                  <a:lnTo>
                    <a:pt x="192500" y="9328"/>
                  </a:lnTo>
                  <a:lnTo>
                    <a:pt x="276473" y="93302"/>
                  </a:lnTo>
                  <a:close/>
                  <a:moveTo>
                    <a:pt x="187024" y="93302"/>
                  </a:moveTo>
                  <a:lnTo>
                    <a:pt x="107815" y="93302"/>
                  </a:lnTo>
                  <a:cubicBezTo>
                    <a:pt x="107529" y="92108"/>
                    <a:pt x="107055" y="90968"/>
                    <a:pt x="106409" y="89924"/>
                  </a:cubicBezTo>
                  <a:lnTo>
                    <a:pt x="187024" y="9347"/>
                  </a:lnTo>
                  <a:close/>
                  <a:moveTo>
                    <a:pt x="90272" y="106080"/>
                  </a:moveTo>
                  <a:cubicBezTo>
                    <a:pt x="91322" y="106726"/>
                    <a:pt x="92468" y="107201"/>
                    <a:pt x="93667" y="107486"/>
                  </a:cubicBezTo>
                  <a:lnTo>
                    <a:pt x="93667" y="186640"/>
                  </a:lnTo>
                  <a:lnTo>
                    <a:pt x="9694" y="186640"/>
                  </a:lnTo>
                  <a:close/>
                  <a:moveTo>
                    <a:pt x="93667" y="192116"/>
                  </a:moveTo>
                  <a:lnTo>
                    <a:pt x="93667" y="267108"/>
                  </a:lnTo>
                  <a:cubicBezTo>
                    <a:pt x="91384" y="267501"/>
                    <a:pt x="89215" y="268393"/>
                    <a:pt x="87314" y="269718"/>
                  </a:cubicBezTo>
                  <a:lnTo>
                    <a:pt x="9712" y="192116"/>
                  </a:lnTo>
                  <a:close/>
                  <a:moveTo>
                    <a:pt x="87296" y="295641"/>
                  </a:moveTo>
                  <a:cubicBezTo>
                    <a:pt x="89198" y="296980"/>
                    <a:pt x="91374" y="297878"/>
                    <a:pt x="93667" y="298269"/>
                  </a:cubicBezTo>
                  <a:lnTo>
                    <a:pt x="93667" y="346152"/>
                  </a:lnTo>
                  <a:cubicBezTo>
                    <a:pt x="82120" y="339056"/>
                    <a:pt x="71383" y="330719"/>
                    <a:pt x="61648" y="321289"/>
                  </a:cubicBezTo>
                  <a:close/>
                  <a:moveTo>
                    <a:pt x="99144" y="298269"/>
                  </a:moveTo>
                  <a:cubicBezTo>
                    <a:pt x="101425" y="297878"/>
                    <a:pt x="103590" y="296979"/>
                    <a:pt x="105478" y="295641"/>
                  </a:cubicBezTo>
                  <a:lnTo>
                    <a:pt x="179722" y="369793"/>
                  </a:lnTo>
                  <a:cubicBezTo>
                    <a:pt x="179188" y="370681"/>
                    <a:pt x="178766" y="371631"/>
                    <a:pt x="178462" y="372622"/>
                  </a:cubicBezTo>
                  <a:cubicBezTo>
                    <a:pt x="150599" y="371008"/>
                    <a:pt x="123476" y="363027"/>
                    <a:pt x="99180" y="349292"/>
                  </a:cubicBezTo>
                  <a:close/>
                  <a:moveTo>
                    <a:pt x="195895" y="365977"/>
                  </a:moveTo>
                  <a:cubicBezTo>
                    <a:pt x="194854" y="365328"/>
                    <a:pt x="193713" y="364854"/>
                    <a:pt x="192518" y="364572"/>
                  </a:cubicBezTo>
                  <a:lnTo>
                    <a:pt x="192518" y="294016"/>
                  </a:lnTo>
                  <a:cubicBezTo>
                    <a:pt x="196808" y="292991"/>
                    <a:pt x="200155" y="289637"/>
                    <a:pt x="201171" y="285345"/>
                  </a:cubicBezTo>
                  <a:lnTo>
                    <a:pt x="276473" y="285345"/>
                  </a:lnTo>
                  <a:close/>
                  <a:moveTo>
                    <a:pt x="289690" y="279923"/>
                  </a:moveTo>
                  <a:lnTo>
                    <a:pt x="370250" y="199363"/>
                  </a:lnTo>
                  <a:cubicBezTo>
                    <a:pt x="371019" y="199838"/>
                    <a:pt x="371840" y="200224"/>
                    <a:pt x="372696" y="200514"/>
                  </a:cubicBezTo>
                  <a:cubicBezTo>
                    <a:pt x="371016" y="228445"/>
                    <a:pt x="362933" y="255615"/>
                    <a:pt x="349074" y="279923"/>
                  </a:cubicBezTo>
                  <a:close/>
                  <a:moveTo>
                    <a:pt x="372714" y="178242"/>
                  </a:moveTo>
                  <a:cubicBezTo>
                    <a:pt x="371847" y="178521"/>
                    <a:pt x="371020" y="178907"/>
                    <a:pt x="370250" y="179392"/>
                  </a:cubicBezTo>
                  <a:lnTo>
                    <a:pt x="289635" y="98778"/>
                  </a:lnTo>
                  <a:lnTo>
                    <a:pt x="339581" y="98778"/>
                  </a:lnTo>
                  <a:cubicBezTo>
                    <a:pt x="341052" y="105040"/>
                    <a:pt x="347321" y="108924"/>
                    <a:pt x="353583" y="107453"/>
                  </a:cubicBezTo>
                  <a:cubicBezTo>
                    <a:pt x="353638" y="107440"/>
                    <a:pt x="353692" y="107426"/>
                    <a:pt x="353747" y="107413"/>
                  </a:cubicBezTo>
                  <a:cubicBezTo>
                    <a:pt x="364769" y="129484"/>
                    <a:pt x="371202" y="153560"/>
                    <a:pt x="372659" y="178188"/>
                  </a:cubicBezTo>
                  <a:close/>
                  <a:moveTo>
                    <a:pt x="317511" y="57759"/>
                  </a:moveTo>
                  <a:lnTo>
                    <a:pt x="285765" y="89450"/>
                  </a:lnTo>
                  <a:lnTo>
                    <a:pt x="285765" y="43575"/>
                  </a:lnTo>
                  <a:cubicBezTo>
                    <a:pt x="289157" y="42985"/>
                    <a:pt x="292261" y="41299"/>
                    <a:pt x="294601" y="38774"/>
                  </a:cubicBezTo>
                  <a:cubicBezTo>
                    <a:pt x="302715" y="44467"/>
                    <a:pt x="310358" y="50804"/>
                    <a:pt x="317456" y="57723"/>
                  </a:cubicBezTo>
                  <a:close/>
                  <a:moveTo>
                    <a:pt x="280343" y="43611"/>
                  </a:moveTo>
                  <a:lnTo>
                    <a:pt x="280343" y="89450"/>
                  </a:lnTo>
                  <a:lnTo>
                    <a:pt x="196553" y="5659"/>
                  </a:lnTo>
                  <a:cubicBezTo>
                    <a:pt x="221310" y="6593"/>
                    <a:pt x="245616" y="12569"/>
                    <a:pt x="267985" y="23221"/>
                  </a:cubicBezTo>
                  <a:cubicBezTo>
                    <a:pt x="267492" y="24773"/>
                    <a:pt x="267240" y="26392"/>
                    <a:pt x="267236" y="28022"/>
                  </a:cubicBezTo>
                  <a:cubicBezTo>
                    <a:pt x="267258" y="35679"/>
                    <a:pt x="272751" y="42225"/>
                    <a:pt x="280289" y="43575"/>
                  </a:cubicBezTo>
                  <a:close/>
                  <a:moveTo>
                    <a:pt x="183044" y="5641"/>
                  </a:moveTo>
                  <a:lnTo>
                    <a:pt x="102539" y="86036"/>
                  </a:lnTo>
                  <a:cubicBezTo>
                    <a:pt x="101502" y="85391"/>
                    <a:pt x="100368" y="84916"/>
                    <a:pt x="99180" y="84631"/>
                  </a:cubicBezTo>
                  <a:lnTo>
                    <a:pt x="99180" y="39376"/>
                  </a:lnTo>
                  <a:cubicBezTo>
                    <a:pt x="104436" y="38111"/>
                    <a:pt x="108142" y="33410"/>
                    <a:pt x="108143" y="28003"/>
                  </a:cubicBezTo>
                  <a:cubicBezTo>
                    <a:pt x="108147" y="26859"/>
                    <a:pt x="107981" y="25721"/>
                    <a:pt x="107650" y="24626"/>
                  </a:cubicBezTo>
                  <a:cubicBezTo>
                    <a:pt x="131103" y="12941"/>
                    <a:pt x="156800" y="6453"/>
                    <a:pt x="182989" y="5604"/>
                  </a:cubicBezTo>
                  <a:close/>
                  <a:moveTo>
                    <a:pt x="93704" y="39394"/>
                  </a:moveTo>
                  <a:lnTo>
                    <a:pt x="93704" y="84631"/>
                  </a:lnTo>
                  <a:cubicBezTo>
                    <a:pt x="92409" y="84932"/>
                    <a:pt x="91175" y="85451"/>
                    <a:pt x="90053" y="86164"/>
                  </a:cubicBezTo>
                  <a:lnTo>
                    <a:pt x="67380" y="63473"/>
                  </a:lnTo>
                  <a:cubicBezTo>
                    <a:pt x="68545" y="61644"/>
                    <a:pt x="69177" y="59526"/>
                    <a:pt x="69205" y="57357"/>
                  </a:cubicBezTo>
                  <a:cubicBezTo>
                    <a:pt x="69208" y="55347"/>
                    <a:pt x="68686" y="53371"/>
                    <a:pt x="67690" y="51625"/>
                  </a:cubicBezTo>
                  <a:cubicBezTo>
                    <a:pt x="74087" y="45972"/>
                    <a:pt x="80863" y="40763"/>
                    <a:pt x="87972" y="36036"/>
                  </a:cubicBezTo>
                  <a:cubicBezTo>
                    <a:pt x="89523" y="37678"/>
                    <a:pt x="91512" y="38844"/>
                    <a:pt x="93704" y="39394"/>
                  </a:cubicBezTo>
                  <a:close/>
                  <a:moveTo>
                    <a:pt x="51662" y="67544"/>
                  </a:moveTo>
                  <a:cubicBezTo>
                    <a:pt x="55361" y="69622"/>
                    <a:pt x="59897" y="69531"/>
                    <a:pt x="63510" y="67306"/>
                  </a:cubicBezTo>
                  <a:lnTo>
                    <a:pt x="86292" y="90089"/>
                  </a:lnTo>
                  <a:cubicBezTo>
                    <a:pt x="85715" y="91078"/>
                    <a:pt x="85291" y="92149"/>
                    <a:pt x="85033" y="93265"/>
                  </a:cubicBezTo>
                  <a:lnTo>
                    <a:pt x="42443" y="93265"/>
                  </a:lnTo>
                  <a:cubicBezTo>
                    <a:pt x="41832" y="90119"/>
                    <a:pt x="40286" y="87231"/>
                    <a:pt x="38007" y="84977"/>
                  </a:cubicBezTo>
                  <a:cubicBezTo>
                    <a:pt x="42207" y="78899"/>
                    <a:pt x="46767" y="73077"/>
                    <a:pt x="51662" y="67544"/>
                  </a:cubicBezTo>
                  <a:close/>
                  <a:moveTo>
                    <a:pt x="26890" y="112141"/>
                  </a:moveTo>
                  <a:cubicBezTo>
                    <a:pt x="34678" y="112131"/>
                    <a:pt x="41307" y="106469"/>
                    <a:pt x="42535" y="98778"/>
                  </a:cubicBezTo>
                  <a:lnTo>
                    <a:pt x="85033" y="98778"/>
                  </a:lnTo>
                  <a:cubicBezTo>
                    <a:pt x="85314" y="99996"/>
                    <a:pt x="85788" y="101161"/>
                    <a:pt x="86438" y="102228"/>
                  </a:cubicBezTo>
                  <a:lnTo>
                    <a:pt x="5623" y="183025"/>
                  </a:lnTo>
                  <a:cubicBezTo>
                    <a:pt x="6427" y="158296"/>
                    <a:pt x="12246" y="133987"/>
                    <a:pt x="22728" y="111575"/>
                  </a:cubicBezTo>
                  <a:cubicBezTo>
                    <a:pt x="24085" y="111941"/>
                    <a:pt x="25484" y="112131"/>
                    <a:pt x="26890" y="112141"/>
                  </a:cubicBezTo>
                  <a:close/>
                  <a:moveTo>
                    <a:pt x="5641" y="195712"/>
                  </a:moveTo>
                  <a:lnTo>
                    <a:pt x="83481" y="273534"/>
                  </a:lnTo>
                  <a:cubicBezTo>
                    <a:pt x="82145" y="275424"/>
                    <a:pt x="81247" y="277588"/>
                    <a:pt x="80852" y="279868"/>
                  </a:cubicBezTo>
                  <a:lnTo>
                    <a:pt x="38300" y="279868"/>
                  </a:lnTo>
                  <a:cubicBezTo>
                    <a:pt x="36866" y="273802"/>
                    <a:pt x="30917" y="269935"/>
                    <a:pt x="24791" y="271088"/>
                  </a:cubicBezTo>
                  <a:cubicBezTo>
                    <a:pt x="13071" y="247628"/>
                    <a:pt x="6540" y="221921"/>
                    <a:pt x="5641" y="195712"/>
                  </a:cubicBezTo>
                  <a:close/>
                  <a:moveTo>
                    <a:pt x="200970" y="372567"/>
                  </a:moveTo>
                  <a:cubicBezTo>
                    <a:pt x="200685" y="371596"/>
                    <a:pt x="200267" y="370669"/>
                    <a:pt x="199729" y="369811"/>
                  </a:cubicBezTo>
                  <a:lnTo>
                    <a:pt x="280307" y="289215"/>
                  </a:lnTo>
                  <a:lnTo>
                    <a:pt x="280307" y="334852"/>
                  </a:lnTo>
                  <a:cubicBezTo>
                    <a:pt x="272730" y="336174"/>
                    <a:pt x="267201" y="342751"/>
                    <a:pt x="267200" y="350442"/>
                  </a:cubicBezTo>
                  <a:cubicBezTo>
                    <a:pt x="267202" y="352073"/>
                    <a:pt x="267461" y="353693"/>
                    <a:pt x="267966" y="355243"/>
                  </a:cubicBezTo>
                  <a:cubicBezTo>
                    <a:pt x="246936" y="365235"/>
                    <a:pt x="224190" y="371115"/>
                    <a:pt x="200952" y="372567"/>
                  </a:cubicBezTo>
                  <a:close/>
                  <a:moveTo>
                    <a:pt x="285783" y="334834"/>
                  </a:moveTo>
                  <a:lnTo>
                    <a:pt x="285783" y="289598"/>
                  </a:lnTo>
                  <a:lnTo>
                    <a:pt x="317182" y="320979"/>
                  </a:lnTo>
                  <a:cubicBezTo>
                    <a:pt x="310171" y="327788"/>
                    <a:pt x="302632" y="334032"/>
                    <a:pt x="294637" y="339654"/>
                  </a:cubicBezTo>
                  <a:cubicBezTo>
                    <a:pt x="292292" y="337113"/>
                    <a:pt x="289173" y="335419"/>
                    <a:pt x="285765" y="334834"/>
                  </a:cubicBezTo>
                  <a:close/>
                </a:path>
              </a:pathLst>
            </a:custGeom>
            <a:solidFill>
              <a:srgbClr val="213A8F"/>
            </a:solidFill>
            <a:ln w="1819" cap="flat">
              <a:noFill/>
              <a:prstDash val="solid"/>
              <a:miter/>
            </a:ln>
          </p:spPr>
          <p:txBody>
            <a:bodyPr rtlCol="0" anchor="ctr"/>
            <a:lstStyle/>
            <a:p>
              <a:endParaRPr lang="en-US"/>
            </a:p>
          </p:txBody>
        </p:sp>
      </p:grpSp>
    </p:spTree>
    <p:extLst>
      <p:ext uri="{BB962C8B-B14F-4D97-AF65-F5344CB8AC3E}">
        <p14:creationId xmlns:p14="http://schemas.microsoft.com/office/powerpoint/2010/main" val="26241159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ue Title Slide - Marigold Text">
    <p:spTree>
      <p:nvGrpSpPr>
        <p:cNvPr id="1" name=""/>
        <p:cNvGrpSpPr/>
        <p:nvPr/>
      </p:nvGrpSpPr>
      <p:grpSpPr>
        <a:xfrm>
          <a:off x="0" y="0"/>
          <a:ext cx="0" cy="0"/>
          <a:chOff x="0" y="0"/>
          <a:chExt cx="0" cy="0"/>
        </a:xfrm>
      </p:grpSpPr>
      <p:grpSp>
        <p:nvGrpSpPr>
          <p:cNvPr id="4" name="Group 3"/>
          <p:cNvGrpSpPr/>
          <p:nvPr userDrawn="1"/>
        </p:nvGrpSpPr>
        <p:grpSpPr>
          <a:xfrm>
            <a:off x="227014" y="171450"/>
            <a:ext cx="8725311" cy="4515422"/>
            <a:chOff x="227013" y="228600"/>
            <a:chExt cx="8725311" cy="6020562"/>
          </a:xfrm>
        </p:grpSpPr>
        <p:sp>
          <p:nvSpPr>
            <p:cNvPr id="8" name="Rectangle 7"/>
            <p:cNvSpPr/>
            <p:nvPr userDrawn="1"/>
          </p:nvSpPr>
          <p:spPr>
            <a:xfrm>
              <a:off x="227013" y="228600"/>
              <a:ext cx="8686800" cy="59710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latin typeface="Calibri"/>
              </a:endParaRPr>
            </a:p>
          </p:txBody>
        </p:sp>
        <p:sp>
          <p:nvSpPr>
            <p:cNvPr id="10" name="Right Triangle 9"/>
            <p:cNvSpPr>
              <a:spLocks noChangeAspect="1"/>
            </p:cNvSpPr>
            <p:nvPr userDrawn="1"/>
          </p:nvSpPr>
          <p:spPr>
            <a:xfrm flipH="1">
              <a:off x="8403684" y="5700522"/>
              <a:ext cx="548640" cy="548640"/>
            </a:xfrm>
            <a:prstGeom prst="rtTriangl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latin typeface="Calibri"/>
              </a:endParaRPr>
            </a:p>
          </p:txBody>
        </p:sp>
      </p:grpSp>
      <p:sp>
        <p:nvSpPr>
          <p:cNvPr id="2" name="Title 1"/>
          <p:cNvSpPr>
            <a:spLocks noGrp="1"/>
          </p:cNvSpPr>
          <p:nvPr userDrawn="1">
            <p:ph type="ctrTitle"/>
          </p:nvPr>
        </p:nvSpPr>
        <p:spPr>
          <a:xfrm>
            <a:off x="685800" y="924517"/>
            <a:ext cx="6382932" cy="1510805"/>
          </a:xfrm>
        </p:spPr>
        <p:txBody>
          <a:bodyPr lIns="91440" bIns="45720" anchor="b">
            <a:noAutofit/>
          </a:bodyPr>
          <a:lstStyle>
            <a:lvl1pPr>
              <a:lnSpc>
                <a:spcPct val="90000"/>
              </a:lnSpc>
              <a:defRPr sz="3000" b="0" i="0">
                <a:solidFill>
                  <a:schemeClr val="accent2"/>
                </a:solidFill>
                <a:latin typeface="Calibri"/>
                <a:cs typeface="Calibri"/>
              </a:defRPr>
            </a:lvl1pPr>
          </a:lstStyle>
          <a:p>
            <a:r>
              <a:rPr lang="en-US"/>
              <a:t>Click to edit Master title style</a:t>
            </a:r>
          </a:p>
        </p:txBody>
      </p:sp>
      <p:sp>
        <p:nvSpPr>
          <p:cNvPr id="3" name="Subtitle 2"/>
          <p:cNvSpPr>
            <a:spLocks noGrp="1"/>
          </p:cNvSpPr>
          <p:nvPr userDrawn="1">
            <p:ph type="subTitle" idx="1"/>
          </p:nvPr>
        </p:nvSpPr>
        <p:spPr>
          <a:xfrm>
            <a:off x="685800" y="2584735"/>
            <a:ext cx="6382932" cy="678011"/>
          </a:xfrm>
        </p:spPr>
        <p:txBody>
          <a:bodyPr>
            <a:normAutofit/>
          </a:bodyPr>
          <a:lstStyle>
            <a:lvl1pPr marL="0" indent="0" algn="l">
              <a:lnSpc>
                <a:spcPct val="120000"/>
              </a:lnSpc>
              <a:spcBef>
                <a:spcPts val="0"/>
              </a:spcBef>
              <a:buNone/>
              <a:defRPr sz="1350">
                <a:solidFill>
                  <a:schemeClr val="bg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9" name="TextBox 8"/>
          <p:cNvSpPr txBox="1"/>
          <p:nvPr userDrawn="1"/>
        </p:nvSpPr>
        <p:spPr>
          <a:xfrm>
            <a:off x="6415314" y="4829201"/>
            <a:ext cx="2509612" cy="184593"/>
          </a:xfrm>
          <a:prstGeom prst="rect">
            <a:avLst/>
          </a:prstGeom>
          <a:noFill/>
        </p:spPr>
        <p:txBody>
          <a:bodyPr wrap="none" lIns="0" tIns="0" rIns="0" bIns="0" rtlCol="0">
            <a:noAutofit/>
          </a:bodyPr>
          <a:lstStyle/>
          <a:p>
            <a:pPr marL="0" marR="0" indent="0" algn="r" defTabSz="342900" rtl="0" eaLnBrk="1" fontAlgn="auto" latinLnBrk="0" hangingPunct="1">
              <a:lnSpc>
                <a:spcPct val="100000"/>
              </a:lnSpc>
              <a:spcBef>
                <a:spcPts val="0"/>
              </a:spcBef>
              <a:spcAft>
                <a:spcPts val="0"/>
              </a:spcAft>
              <a:buClrTx/>
              <a:buSzTx/>
              <a:buFontTx/>
              <a:buNone/>
              <a:tabLst/>
              <a:defRPr/>
            </a:pPr>
            <a:r>
              <a:rPr lang="en-GB" sz="450" b="0" i="0" u="none" strike="noStrike" kern="1200" baseline="0">
                <a:solidFill>
                  <a:schemeClr val="bg2"/>
                </a:solidFill>
                <a:latin typeface="+mn-lt"/>
                <a:ea typeface="+mn-ea"/>
                <a:cs typeface="+mn-cs"/>
              </a:rPr>
              <a:t>© 2015 MSCI Inc. All rights reserved. </a:t>
            </a:r>
          </a:p>
        </p:txBody>
      </p:sp>
      <p:sp>
        <p:nvSpPr>
          <p:cNvPr id="12" name="Text Placeholder 15"/>
          <p:cNvSpPr>
            <a:spLocks noGrp="1"/>
          </p:cNvSpPr>
          <p:nvPr>
            <p:ph type="body" sz="quarter" idx="10"/>
          </p:nvPr>
        </p:nvSpPr>
        <p:spPr>
          <a:xfrm>
            <a:off x="685800" y="3367087"/>
            <a:ext cx="6383338" cy="539354"/>
          </a:xfrm>
        </p:spPr>
        <p:txBody>
          <a:bodyPr>
            <a:normAutofit/>
          </a:bodyPr>
          <a:lstStyle>
            <a:lvl1pPr marL="0" indent="0" algn="l" defTabSz="342900" rtl="0" eaLnBrk="1" latinLnBrk="0" hangingPunct="1">
              <a:lnSpc>
                <a:spcPct val="120000"/>
              </a:lnSpc>
              <a:spcBef>
                <a:spcPts val="0"/>
              </a:spcBef>
              <a:buClr>
                <a:schemeClr val="accent2"/>
              </a:buClr>
              <a:buFont typeface="Arial"/>
              <a:buNone/>
              <a:defRPr lang="en-US" sz="1350" b="1" i="0" kern="1200" dirty="0" smtClean="0">
                <a:solidFill>
                  <a:schemeClr val="bg1"/>
                </a:solidFill>
                <a:latin typeface="Calibri"/>
                <a:ea typeface="+mn-ea"/>
                <a:cs typeface="Calibri"/>
              </a:defRPr>
            </a:lvl1pPr>
          </a:lstStyle>
          <a:p>
            <a:pPr lvl="0"/>
            <a:r>
              <a:rPr lang="en-US"/>
              <a:t>Click to edit Master text styles</a:t>
            </a:r>
          </a:p>
        </p:txBody>
      </p:sp>
    </p:spTree>
    <p:extLst>
      <p:ext uri="{BB962C8B-B14F-4D97-AF65-F5344CB8AC3E}">
        <p14:creationId xmlns:p14="http://schemas.microsoft.com/office/powerpoint/2010/main" val="3765753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799" y="-1"/>
            <a:ext cx="8708571" cy="94052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799" y="1142791"/>
            <a:ext cx="8708571"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499422" y="4831055"/>
            <a:ext cx="604261" cy="273844"/>
          </a:xfrm>
          <a:prstGeom prst="rect">
            <a:avLst/>
          </a:prstGeom>
        </p:spPr>
        <p:txBody>
          <a:bodyPr vert="horz" lIns="91440" tIns="45720" rIns="91440" bIns="45720" rtlCol="0" anchor="ctr"/>
          <a:lstStyle>
            <a:lvl1pPr algn="r">
              <a:defRPr sz="800">
                <a:solidFill>
                  <a:schemeClr val="tx1"/>
                </a:solidFill>
              </a:defRPr>
            </a:lvl1pPr>
          </a:lstStyle>
          <a:p>
            <a:fld id="{03B6C00A-8FD0-416B-A2F8-DF7CEBD90507}" type="slidenum">
              <a:rPr lang="en-US" smtClean="0"/>
              <a:pPr/>
              <a:t>‹#›</a:t>
            </a:fld>
            <a:endParaRPr lang="en-US"/>
          </a:p>
        </p:txBody>
      </p:sp>
      <p:sp>
        <p:nvSpPr>
          <p:cNvPr id="5" name="MSIPCMContentMarking" descr="{&quot;HashCode&quot;:2123291961,&quot;Placement&quot;:&quot;Footer&quot;,&quot;Top&quot;:385.68866,&quot;Left&quot;:282.385834,&quot;SlideWidth&quot;:720,&quot;SlideHeight&quot;:405}">
            <a:extLst>
              <a:ext uri="{FF2B5EF4-FFF2-40B4-BE49-F238E27FC236}">
                <a16:creationId xmlns:a16="http://schemas.microsoft.com/office/drawing/2014/main" id="{F7248544-8B43-401D-B024-BDA2E276CE23}"/>
              </a:ext>
            </a:extLst>
          </p:cNvPr>
          <p:cNvSpPr txBox="1"/>
          <p:nvPr userDrawn="1"/>
        </p:nvSpPr>
        <p:spPr>
          <a:xfrm>
            <a:off x="3586300" y="4898246"/>
            <a:ext cx="1971400" cy="245254"/>
          </a:xfrm>
          <a:prstGeom prst="rect">
            <a:avLst/>
          </a:prstGeom>
          <a:noFill/>
        </p:spPr>
        <p:txBody>
          <a:bodyPr vert="horz" wrap="square" lIns="0" tIns="0" rIns="0" bIns="0" rtlCol="0" anchor="ctr" anchorCtr="1">
            <a:spAutoFit/>
          </a:bodyPr>
          <a:lstStyle/>
          <a:p>
            <a:pPr algn="ctr">
              <a:spcBef>
                <a:spcPts val="0"/>
              </a:spcBef>
              <a:spcAft>
                <a:spcPts val="0"/>
              </a:spcAft>
            </a:pPr>
            <a:r>
              <a:rPr lang="en-US" sz="900">
                <a:solidFill>
                  <a:srgbClr val="000000"/>
                </a:solidFill>
                <a:latin typeface="Calibri" panose="020F0502020204030204" pitchFamily="34" charset="0"/>
              </a:rPr>
              <a:t>Information Classification: GENERAL</a:t>
            </a:r>
          </a:p>
        </p:txBody>
      </p:sp>
    </p:spTree>
    <p:extLst>
      <p:ext uri="{BB962C8B-B14F-4D97-AF65-F5344CB8AC3E}">
        <p14:creationId xmlns:p14="http://schemas.microsoft.com/office/powerpoint/2010/main" val="73319328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76" r:id="rId6"/>
    <p:sldLayoutId id="2147483677" r:id="rId7"/>
    <p:sldLayoutId id="2147483684" r:id="rId8"/>
    <p:sldLayoutId id="2147483679" r:id="rId9"/>
    <p:sldLayoutId id="2147483683" r:id="rId10"/>
    <p:sldLayoutId id="2147483680" r:id="rId11"/>
    <p:sldLayoutId id="2147483678" r:id="rId12"/>
    <p:sldLayoutId id="2147483681" r:id="rId13"/>
    <p:sldLayoutId id="2147483691" r:id="rId14"/>
  </p:sldLayoutIdLst>
  <p:txStyles>
    <p:titleStyle>
      <a:lvl1pPr algn="l" defTabSz="685800" rtl="0" eaLnBrk="1" latinLnBrk="0" hangingPunct="1">
        <a:lnSpc>
          <a:spcPct val="80000"/>
        </a:lnSpc>
        <a:spcBef>
          <a:spcPct val="0"/>
        </a:spcBef>
        <a:buNone/>
        <a:defRPr sz="2400" b="1" kern="1200">
          <a:solidFill>
            <a:schemeClr val="tx1"/>
          </a:solidFill>
          <a:latin typeface="+mj-lt"/>
          <a:ea typeface="+mj-ea"/>
          <a:cs typeface="+mj-cs"/>
        </a:defRPr>
      </a:lvl1pPr>
    </p:titleStyle>
    <p:bodyStyle>
      <a:lvl1pPr marL="112713" indent="-112713" algn="l" defTabSz="685800" rtl="0" eaLnBrk="1" latinLnBrk="0" hangingPunct="1">
        <a:lnSpc>
          <a:spcPct val="90000"/>
        </a:lnSpc>
        <a:spcBef>
          <a:spcPts val="750"/>
        </a:spcBef>
        <a:buClr>
          <a:srgbClr val="5987DA"/>
        </a:buClr>
        <a:buFont typeface="Arial" panose="020B0604020202020204" pitchFamily="34" charset="0"/>
        <a:buChar char="•"/>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rgbClr val="5987DA"/>
        </a:buClr>
        <a:buFont typeface="Roboto" panose="02000000000000000000" pitchFamily="2" charset="0"/>
        <a:buChar char="–"/>
        <a:defRPr sz="1400" kern="1200">
          <a:solidFill>
            <a:schemeClr val="tx1"/>
          </a:solidFill>
          <a:latin typeface="+mn-lt"/>
          <a:ea typeface="+mn-ea"/>
          <a:cs typeface="+mn-cs"/>
        </a:defRPr>
      </a:lvl2pPr>
      <a:lvl3pPr marL="801688" indent="-115888" algn="l" defTabSz="685800" rtl="0" eaLnBrk="1" latinLnBrk="0" hangingPunct="1">
        <a:lnSpc>
          <a:spcPct val="90000"/>
        </a:lnSpc>
        <a:spcBef>
          <a:spcPts val="375"/>
        </a:spcBef>
        <a:buClr>
          <a:srgbClr val="5987DA"/>
        </a:buClr>
        <a:buFont typeface="Arial" panose="020B0604020202020204" pitchFamily="34" charset="0"/>
        <a:buChar char="•"/>
        <a:defRPr sz="1100" kern="1200">
          <a:solidFill>
            <a:schemeClr val="tx1"/>
          </a:solidFill>
          <a:latin typeface="+mn-lt"/>
          <a:ea typeface="+mn-ea"/>
          <a:cs typeface="+mn-cs"/>
        </a:defRPr>
      </a:lvl3pPr>
      <a:lvl4pPr marL="1201738" indent="-173038" algn="l" defTabSz="685800" rtl="0" eaLnBrk="1" latinLnBrk="0" hangingPunct="1">
        <a:lnSpc>
          <a:spcPct val="90000"/>
        </a:lnSpc>
        <a:spcBef>
          <a:spcPts val="375"/>
        </a:spcBef>
        <a:buClr>
          <a:srgbClr val="5987DA"/>
        </a:buClr>
        <a:buFont typeface="Roboto" panose="02000000000000000000" pitchFamily="2" charset="0"/>
        <a:buChar char="–"/>
        <a:defRPr sz="1100" kern="1200">
          <a:solidFill>
            <a:schemeClr val="tx1"/>
          </a:solidFill>
          <a:latin typeface="+mn-lt"/>
          <a:ea typeface="+mn-ea"/>
          <a:cs typeface="+mn-cs"/>
        </a:defRPr>
      </a:lvl4pPr>
      <a:lvl5pPr marL="1489075" indent="-117475" algn="l" defTabSz="685800" rtl="0" eaLnBrk="1" latinLnBrk="0" hangingPunct="1">
        <a:lnSpc>
          <a:spcPct val="90000"/>
        </a:lnSpc>
        <a:spcBef>
          <a:spcPts val="375"/>
        </a:spcBef>
        <a:buClr>
          <a:srgbClr val="5987DA"/>
        </a:buClr>
        <a:buFont typeface="Arial" panose="020B0604020202020204"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guide id="3" pos="19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0228" y="496957"/>
            <a:ext cx="7663542" cy="1731106"/>
          </a:xfrm>
        </p:spPr>
        <p:txBody>
          <a:bodyPr anchor="ctr"/>
          <a:lstStyle/>
          <a:p>
            <a:pPr algn="ctr"/>
            <a:r>
              <a:rPr lang="en-GB" sz="6000" b="1" u="sng">
                <a:solidFill>
                  <a:schemeClr val="bg1"/>
                </a:solidFill>
              </a:rPr>
              <a:t>CliCS - Personas</a:t>
            </a:r>
            <a:endParaRPr lang="en-GB" sz="6000" b="1"/>
          </a:p>
        </p:txBody>
      </p:sp>
      <p:sp>
        <p:nvSpPr>
          <p:cNvPr id="11" name="Text Placeholder 1">
            <a:extLst>
              <a:ext uri="{FF2B5EF4-FFF2-40B4-BE49-F238E27FC236}">
                <a16:creationId xmlns:a16="http://schemas.microsoft.com/office/drawing/2014/main" id="{3D915FDC-6D77-48DF-932D-694E0FA8C32F}"/>
              </a:ext>
            </a:extLst>
          </p:cNvPr>
          <p:cNvSpPr txBox="1">
            <a:spLocks/>
          </p:cNvSpPr>
          <p:nvPr/>
        </p:nvSpPr>
        <p:spPr>
          <a:xfrm>
            <a:off x="654884" y="3405051"/>
            <a:ext cx="6234290" cy="911551"/>
          </a:xfrm>
          <a:prstGeom prst="rect">
            <a:avLst/>
          </a:prstGeom>
        </p:spPr>
        <p:txBody>
          <a:bodyPr anchor="ctr"/>
          <a:lstStyle>
            <a:lvl1pPr marL="112713" indent="-112713" algn="l" defTabSz="685800" rtl="0" eaLnBrk="1" latinLnBrk="0" hangingPunct="1">
              <a:lnSpc>
                <a:spcPct val="90000"/>
              </a:lnSpc>
              <a:spcBef>
                <a:spcPts val="750"/>
              </a:spcBef>
              <a:buClr>
                <a:srgbClr val="5987DA"/>
              </a:buClr>
              <a:buFont typeface="Arial" panose="020B0604020202020204" pitchFamily="34" charset="0"/>
              <a:buChar char="•"/>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rgbClr val="5987DA"/>
              </a:buClr>
              <a:buFont typeface="Roboto" panose="02000000000000000000" pitchFamily="2" charset="0"/>
              <a:buChar char="–"/>
              <a:defRPr sz="1400" kern="1200">
                <a:solidFill>
                  <a:schemeClr val="tx1"/>
                </a:solidFill>
                <a:latin typeface="+mn-lt"/>
                <a:ea typeface="+mn-ea"/>
                <a:cs typeface="+mn-cs"/>
              </a:defRPr>
            </a:lvl2pPr>
            <a:lvl3pPr marL="801688" indent="-115888" algn="l" defTabSz="685800" rtl="0" eaLnBrk="1" latinLnBrk="0" hangingPunct="1">
              <a:lnSpc>
                <a:spcPct val="90000"/>
              </a:lnSpc>
              <a:spcBef>
                <a:spcPts val="375"/>
              </a:spcBef>
              <a:buClr>
                <a:srgbClr val="5987DA"/>
              </a:buClr>
              <a:buFont typeface="Arial" panose="020B0604020202020204" pitchFamily="34" charset="0"/>
              <a:buChar char="•"/>
              <a:defRPr sz="1100" kern="1200">
                <a:solidFill>
                  <a:schemeClr val="tx1"/>
                </a:solidFill>
                <a:latin typeface="+mn-lt"/>
                <a:ea typeface="+mn-ea"/>
                <a:cs typeface="+mn-cs"/>
              </a:defRPr>
            </a:lvl3pPr>
            <a:lvl4pPr marL="1201738" indent="-173038" algn="l" defTabSz="685800" rtl="0" eaLnBrk="1" latinLnBrk="0" hangingPunct="1">
              <a:lnSpc>
                <a:spcPct val="90000"/>
              </a:lnSpc>
              <a:spcBef>
                <a:spcPts val="375"/>
              </a:spcBef>
              <a:buClr>
                <a:srgbClr val="5987DA"/>
              </a:buClr>
              <a:buFont typeface="Roboto" panose="02000000000000000000" pitchFamily="2" charset="0"/>
              <a:buChar char="–"/>
              <a:defRPr sz="1100" kern="1200">
                <a:solidFill>
                  <a:schemeClr val="tx1"/>
                </a:solidFill>
                <a:latin typeface="+mn-lt"/>
                <a:ea typeface="+mn-ea"/>
                <a:cs typeface="+mn-cs"/>
              </a:defRPr>
            </a:lvl4pPr>
            <a:lvl5pPr marL="1489075" indent="-117475" algn="l" defTabSz="685800" rtl="0" eaLnBrk="1" latinLnBrk="0" hangingPunct="1">
              <a:lnSpc>
                <a:spcPct val="90000"/>
              </a:lnSpc>
              <a:spcBef>
                <a:spcPts val="375"/>
              </a:spcBef>
              <a:buClr>
                <a:srgbClr val="5987DA"/>
              </a:buClr>
              <a:buFont typeface="Arial" panose="020B0604020202020204" pitchFamily="34" charset="0"/>
              <a:buChar char="•"/>
              <a:defRPr sz="11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400" b="1" dirty="0">
                <a:solidFill>
                  <a:schemeClr val="accent2"/>
                </a:solidFill>
              </a:rPr>
              <a:t>March 2026</a:t>
            </a:r>
          </a:p>
          <a:p>
            <a:pPr marL="0" indent="0">
              <a:buNone/>
            </a:pPr>
            <a:r>
              <a:rPr lang="en-US" sz="1400" b="1" dirty="0">
                <a:solidFill>
                  <a:schemeClr val="bg1"/>
                </a:solidFill>
              </a:rPr>
              <a:t>Point: Erika Jones</a:t>
            </a:r>
          </a:p>
        </p:txBody>
      </p:sp>
      <p:sp>
        <p:nvSpPr>
          <p:cNvPr id="3" name="TextBox 2">
            <a:extLst>
              <a:ext uri="{FF2B5EF4-FFF2-40B4-BE49-F238E27FC236}">
                <a16:creationId xmlns:a16="http://schemas.microsoft.com/office/drawing/2014/main" id="{FD0793F8-58A1-4923-A916-EDAB3FF3865D}"/>
              </a:ext>
            </a:extLst>
          </p:cNvPr>
          <p:cNvSpPr txBox="1"/>
          <p:nvPr/>
        </p:nvSpPr>
        <p:spPr>
          <a:xfrm>
            <a:off x="2779681" y="2466504"/>
            <a:ext cx="3225563" cy="461665"/>
          </a:xfrm>
          <a:prstGeom prst="rect">
            <a:avLst/>
          </a:prstGeom>
          <a:solidFill>
            <a:schemeClr val="bg2"/>
          </a:solidFill>
        </p:spPr>
        <p:txBody>
          <a:bodyPr wrap="none" rtlCol="0">
            <a:spAutoFit/>
          </a:bodyPr>
          <a:lstStyle/>
          <a:p>
            <a:r>
              <a:rPr lang="en-US" sz="2400" b="1" dirty="0">
                <a:solidFill>
                  <a:schemeClr val="accent1"/>
                </a:solidFill>
              </a:rPr>
              <a:t>Updates and progress</a:t>
            </a:r>
          </a:p>
        </p:txBody>
      </p:sp>
      <p:sp>
        <p:nvSpPr>
          <p:cNvPr id="4" name="TextBox 3">
            <a:extLst>
              <a:ext uri="{FF2B5EF4-FFF2-40B4-BE49-F238E27FC236}">
                <a16:creationId xmlns:a16="http://schemas.microsoft.com/office/drawing/2014/main" id="{8610C9F9-5015-0E02-1CA4-AA1859FC1F69}"/>
              </a:ext>
            </a:extLst>
          </p:cNvPr>
          <p:cNvSpPr txBox="1"/>
          <p:nvPr/>
        </p:nvSpPr>
        <p:spPr>
          <a:xfrm>
            <a:off x="2015049" y="1784219"/>
            <a:ext cx="5113900" cy="276999"/>
          </a:xfrm>
          <a:prstGeom prst="rect">
            <a:avLst/>
          </a:prstGeom>
          <a:noFill/>
        </p:spPr>
        <p:txBody>
          <a:bodyPr wrap="none" rtlCol="0">
            <a:spAutoFit/>
          </a:bodyPr>
          <a:lstStyle/>
          <a:p>
            <a:r>
              <a:rPr lang="en-US" sz="1200">
                <a:solidFill>
                  <a:schemeClr val="bg1"/>
                </a:solidFill>
              </a:rPr>
              <a:t>Standardizing the classification of the individuals we sell to and service. </a:t>
            </a:r>
          </a:p>
        </p:txBody>
      </p:sp>
    </p:spTree>
    <p:extLst>
      <p:ext uri="{BB962C8B-B14F-4D97-AF65-F5344CB8AC3E}">
        <p14:creationId xmlns:p14="http://schemas.microsoft.com/office/powerpoint/2010/main" val="923676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DB085-31E1-47AA-B58C-A26F5B9912D8}"/>
              </a:ext>
            </a:extLst>
          </p:cNvPr>
          <p:cNvSpPr>
            <a:spLocks noGrp="1"/>
          </p:cNvSpPr>
          <p:nvPr>
            <p:ph type="title"/>
          </p:nvPr>
        </p:nvSpPr>
        <p:spPr/>
        <p:txBody>
          <a:bodyPr/>
          <a:lstStyle/>
          <a:p>
            <a:r>
              <a:rPr lang="en-US">
                <a:solidFill>
                  <a:schemeClr val="accent1"/>
                </a:solidFill>
              </a:rPr>
              <a:t>CliCS – Personas </a:t>
            </a:r>
            <a:r>
              <a:rPr lang="en-US"/>
              <a:t>– Why &amp; Next Steps</a:t>
            </a:r>
          </a:p>
        </p:txBody>
      </p:sp>
      <p:sp>
        <p:nvSpPr>
          <p:cNvPr id="4" name="TextBox 3">
            <a:extLst>
              <a:ext uri="{FF2B5EF4-FFF2-40B4-BE49-F238E27FC236}">
                <a16:creationId xmlns:a16="http://schemas.microsoft.com/office/drawing/2014/main" id="{D66DD536-9BAB-422A-8E86-6A4C64A5C0A1}"/>
              </a:ext>
            </a:extLst>
          </p:cNvPr>
          <p:cNvSpPr txBox="1"/>
          <p:nvPr/>
        </p:nvSpPr>
        <p:spPr>
          <a:xfrm>
            <a:off x="191406" y="1290630"/>
            <a:ext cx="3683908" cy="3062377"/>
          </a:xfrm>
          <a:prstGeom prst="rect">
            <a:avLst/>
          </a:prstGeom>
          <a:solidFill>
            <a:schemeClr val="bg1"/>
          </a:solidFill>
        </p:spPr>
        <p:txBody>
          <a:bodyPr wrap="square" rtlCol="0">
            <a:spAutoFit/>
          </a:bodyPr>
          <a:lstStyle/>
          <a:p>
            <a:r>
              <a:rPr lang="en-US" sz="1400" dirty="0"/>
              <a:t>The </a:t>
            </a:r>
            <a:r>
              <a:rPr lang="en-US" sz="1400" b="1" dirty="0">
                <a:solidFill>
                  <a:schemeClr val="accent1"/>
                </a:solidFill>
              </a:rPr>
              <a:t>Persona</a:t>
            </a:r>
            <a:r>
              <a:rPr lang="en-US" sz="1400" dirty="0">
                <a:solidFill>
                  <a:schemeClr val="accent1"/>
                </a:solidFill>
              </a:rPr>
              <a:t> </a:t>
            </a:r>
            <a:r>
              <a:rPr lang="en-US" sz="1400" dirty="0"/>
              <a:t>classification is an extension of </a:t>
            </a:r>
            <a:r>
              <a:rPr lang="en-US" sz="1400" b="1" dirty="0" err="1">
                <a:solidFill>
                  <a:schemeClr val="accent1"/>
                </a:solidFill>
              </a:rPr>
              <a:t>CliCS</a:t>
            </a:r>
            <a:r>
              <a:rPr lang="en-US" sz="1400" b="1" dirty="0">
                <a:solidFill>
                  <a:schemeClr val="accent1"/>
                </a:solidFill>
              </a:rPr>
              <a:t>.</a:t>
            </a:r>
          </a:p>
          <a:p>
            <a:endParaRPr lang="en-US" sz="1400" dirty="0">
              <a:solidFill>
                <a:schemeClr val="accent1"/>
              </a:solidFill>
            </a:endParaRPr>
          </a:p>
          <a:p>
            <a:r>
              <a:rPr lang="en-US" sz="1400" b="1" dirty="0">
                <a:solidFill>
                  <a:schemeClr val="accent1"/>
                </a:solidFill>
              </a:rPr>
              <a:t>Why </a:t>
            </a:r>
            <a:r>
              <a:rPr lang="en-US" sz="1400" dirty="0"/>
              <a:t>do we need a standardized Client and Persona Classification?</a:t>
            </a:r>
          </a:p>
          <a:p>
            <a:endParaRPr lang="en-US" sz="1200" dirty="0"/>
          </a:p>
          <a:p>
            <a:pPr marL="228600" indent="-228600">
              <a:spcAft>
                <a:spcPts val="300"/>
              </a:spcAft>
              <a:buFont typeface="+mj-lt"/>
              <a:buAutoNum type="arabicPeriod"/>
            </a:pPr>
            <a:r>
              <a:rPr lang="en-US" sz="1200" dirty="0"/>
              <a:t>Better understand our market, opportunities, penetration rates, drivers and trends.</a:t>
            </a:r>
          </a:p>
          <a:p>
            <a:pPr marL="228600" indent="-228600">
              <a:spcAft>
                <a:spcPts val="300"/>
              </a:spcAft>
              <a:buFont typeface="+mj-lt"/>
              <a:buAutoNum type="arabicPeriod"/>
            </a:pPr>
            <a:r>
              <a:rPr lang="en-US" sz="1200" dirty="0"/>
              <a:t>Operate as one firm across product lines.</a:t>
            </a:r>
          </a:p>
          <a:p>
            <a:pPr marL="228600" indent="-228600">
              <a:spcAft>
                <a:spcPts val="300"/>
              </a:spcAft>
              <a:buFont typeface="+mj-lt"/>
              <a:buAutoNum type="arabicPeriod"/>
            </a:pPr>
            <a:r>
              <a:rPr lang="en-US" sz="1200" dirty="0"/>
              <a:t>Better target use cases and value propositions.</a:t>
            </a:r>
          </a:p>
          <a:p>
            <a:pPr marL="228600" indent="-228600">
              <a:spcAft>
                <a:spcPts val="300"/>
              </a:spcAft>
              <a:buFont typeface="+mj-lt"/>
              <a:buAutoNum type="arabicPeriod"/>
            </a:pPr>
            <a:r>
              <a:rPr lang="en-US" sz="1200" dirty="0"/>
              <a:t>Better targeted selling, servicing, marketing.</a:t>
            </a:r>
          </a:p>
          <a:p>
            <a:pPr marL="228600" indent="-228600">
              <a:spcAft>
                <a:spcPts val="300"/>
              </a:spcAft>
              <a:buFont typeface="+mj-lt"/>
              <a:buAutoNum type="arabicPeriod"/>
            </a:pPr>
            <a:r>
              <a:rPr lang="en-US" sz="1200" dirty="0"/>
              <a:t>Adjust commercial models and pricing scalers.</a:t>
            </a:r>
          </a:p>
          <a:p>
            <a:pPr marL="228600" indent="-228600">
              <a:spcAft>
                <a:spcPts val="300"/>
              </a:spcAft>
              <a:buFont typeface="+mj-lt"/>
              <a:buAutoNum type="arabicPeriod"/>
            </a:pPr>
            <a:r>
              <a:rPr lang="en-US" sz="1200" dirty="0"/>
              <a:t>Streamline/self-service log-in/entitlements.</a:t>
            </a:r>
          </a:p>
          <a:p>
            <a:endParaRPr lang="en-US" sz="1200" b="1" dirty="0">
              <a:solidFill>
                <a:schemeClr val="accent1"/>
              </a:solidFill>
            </a:endParaRPr>
          </a:p>
        </p:txBody>
      </p:sp>
      <p:sp>
        <p:nvSpPr>
          <p:cNvPr id="5" name="Slide Number Placeholder 2">
            <a:extLst>
              <a:ext uri="{FF2B5EF4-FFF2-40B4-BE49-F238E27FC236}">
                <a16:creationId xmlns:a16="http://schemas.microsoft.com/office/drawing/2014/main" id="{17B11111-0F0D-402B-974F-922788CA856D}"/>
              </a:ext>
            </a:extLst>
          </p:cNvPr>
          <p:cNvSpPr>
            <a:spLocks noGrp="1"/>
          </p:cNvSpPr>
          <p:nvPr>
            <p:ph type="sldNum" sz="quarter" idx="4"/>
          </p:nvPr>
        </p:nvSpPr>
        <p:spPr>
          <a:xfrm>
            <a:off x="8589364" y="4844446"/>
            <a:ext cx="517361" cy="273844"/>
          </a:xfrm>
        </p:spPr>
        <p:txBody>
          <a:bodyPr/>
          <a:lstStyle/>
          <a:p>
            <a:fld id="{93AC2C76-E6AA-46CB-A2DE-F6E097F7C440}" type="slidenum">
              <a:rPr lang="en-GB" sz="1100" smtClean="0"/>
              <a:pPr/>
              <a:t>2</a:t>
            </a:fld>
            <a:endParaRPr lang="en-GB" sz="1100"/>
          </a:p>
        </p:txBody>
      </p:sp>
      <p:sp>
        <p:nvSpPr>
          <p:cNvPr id="3" name="TextBox 2">
            <a:extLst>
              <a:ext uri="{FF2B5EF4-FFF2-40B4-BE49-F238E27FC236}">
                <a16:creationId xmlns:a16="http://schemas.microsoft.com/office/drawing/2014/main" id="{5C3DDD9D-AA0F-17E4-5A77-74BB8408A8EA}"/>
              </a:ext>
            </a:extLst>
          </p:cNvPr>
          <p:cNvSpPr txBox="1"/>
          <p:nvPr/>
        </p:nvSpPr>
        <p:spPr>
          <a:xfrm>
            <a:off x="4318794" y="1363201"/>
            <a:ext cx="4529250" cy="2646878"/>
          </a:xfrm>
          <a:prstGeom prst="rect">
            <a:avLst/>
          </a:prstGeom>
          <a:solidFill>
            <a:schemeClr val="bg1">
              <a:lumMod val="95000"/>
            </a:schemeClr>
          </a:solidFill>
        </p:spPr>
        <p:txBody>
          <a:bodyPr wrap="square" lIns="91440" tIns="45720" rIns="91440" bIns="45720" rtlCol="0" anchor="t">
            <a:spAutoFit/>
          </a:bodyPr>
          <a:lstStyle/>
          <a:p>
            <a:pPr>
              <a:spcAft>
                <a:spcPts val="600"/>
              </a:spcAft>
            </a:pPr>
            <a:r>
              <a:rPr lang="en-US" sz="1400" b="1" dirty="0">
                <a:solidFill>
                  <a:schemeClr val="accent1"/>
                </a:solidFill>
              </a:rPr>
              <a:t>Plan</a:t>
            </a:r>
          </a:p>
          <a:p>
            <a:pPr marL="174625" indent="-174625">
              <a:buFont typeface="Arial" panose="020B0604020202020204" pitchFamily="34" charset="0"/>
              <a:buChar char="•"/>
            </a:pPr>
            <a:r>
              <a:rPr lang="en-US" sz="1200" dirty="0"/>
              <a:t>Persona data will enrich our Contact information (Salesforce)</a:t>
            </a:r>
            <a:endParaRPr lang="en-US" sz="1200" dirty="0">
              <a:ea typeface="Roboto"/>
              <a:cs typeface="Roboto"/>
            </a:endParaRPr>
          </a:p>
          <a:p>
            <a:pPr marL="174625" indent="-174625">
              <a:buFont typeface="Arial" panose="020B0604020202020204" pitchFamily="34" charset="0"/>
              <a:buChar char="•"/>
            </a:pPr>
            <a:r>
              <a:rPr lang="en-US" sz="1200" dirty="0"/>
              <a:t>Can be updated by user by Coverage</a:t>
            </a:r>
            <a:endParaRPr lang="en-US" sz="1200" dirty="0">
              <a:ea typeface="Roboto"/>
              <a:cs typeface="Roboto"/>
            </a:endParaRPr>
          </a:p>
          <a:p>
            <a:pPr marL="174625" indent="-174625">
              <a:buFont typeface="Arial" panose="020B0604020202020204" pitchFamily="34" charset="0"/>
              <a:buChar char="•"/>
            </a:pPr>
            <a:r>
              <a:rPr lang="en-US" sz="1200" dirty="0" err="1"/>
              <a:t>Zoominfo</a:t>
            </a:r>
            <a:r>
              <a:rPr lang="en-US" sz="1200" dirty="0"/>
              <a:t> and other third-party feeds can enhance our persona information</a:t>
            </a:r>
            <a:endParaRPr lang="en-US" sz="1200" dirty="0">
              <a:ea typeface="Roboto"/>
              <a:cs typeface="Roboto"/>
            </a:endParaRPr>
          </a:p>
          <a:p>
            <a:pPr marL="174625" indent="-174625">
              <a:buFont typeface="Arial" panose="020B0604020202020204" pitchFamily="34" charset="0"/>
              <a:buChar char="•"/>
            </a:pPr>
            <a:r>
              <a:rPr lang="en-US" sz="1200" dirty="0"/>
              <a:t>Coverage has asked for simplified mappings for more straightforward targeting, new mappings in progress</a:t>
            </a:r>
            <a:endParaRPr lang="en-US" sz="1200" dirty="0">
              <a:ea typeface="Roboto"/>
              <a:cs typeface="Roboto"/>
            </a:endParaRPr>
          </a:p>
          <a:p>
            <a:pPr>
              <a:spcAft>
                <a:spcPts val="600"/>
              </a:spcAft>
            </a:pPr>
            <a:endParaRPr lang="en-US" sz="1200" b="1" dirty="0">
              <a:solidFill>
                <a:schemeClr val="accent1"/>
              </a:solidFill>
            </a:endParaRPr>
          </a:p>
          <a:p>
            <a:pPr>
              <a:spcAft>
                <a:spcPts val="600"/>
              </a:spcAft>
            </a:pPr>
            <a:r>
              <a:rPr lang="en-US" sz="1200" b="1" dirty="0">
                <a:solidFill>
                  <a:schemeClr val="accent1"/>
                </a:solidFill>
              </a:rPr>
              <a:t>Next Steps</a:t>
            </a:r>
            <a:endParaRPr lang="en-US" sz="1200" b="1" dirty="0">
              <a:solidFill>
                <a:schemeClr val="accent1"/>
              </a:solidFill>
              <a:ea typeface="Roboto"/>
              <a:cs typeface="Roboto"/>
            </a:endParaRPr>
          </a:p>
          <a:p>
            <a:pPr marL="228600" indent="-228600">
              <a:spcAft>
                <a:spcPts val="600"/>
              </a:spcAft>
              <a:buFont typeface="+mj-lt"/>
              <a:buAutoNum type="arabicPeriod"/>
            </a:pPr>
            <a:r>
              <a:rPr lang="en-US" sz="1200" dirty="0"/>
              <a:t>Update Salesforce with values for personas, mapped based </a:t>
            </a:r>
            <a:r>
              <a:rPr lang="en-US" sz="1200"/>
              <a:t>on title and other fields – pending</a:t>
            </a:r>
            <a:endParaRPr lang="en-US" sz="1200">
              <a:ea typeface="Roboto"/>
              <a:cs typeface="Roboto"/>
            </a:endParaRPr>
          </a:p>
          <a:p>
            <a:pPr marL="228600" indent="-228600">
              <a:spcAft>
                <a:spcPts val="600"/>
              </a:spcAft>
              <a:buFont typeface="+mj-lt"/>
              <a:buAutoNum type="arabicPeriod"/>
            </a:pPr>
            <a:r>
              <a:rPr lang="en-US" sz="1200" dirty="0">
                <a:ea typeface="Roboto"/>
                <a:cs typeface="Roboto"/>
              </a:rPr>
              <a:t>Simplify persona values – in progress by client segment</a:t>
            </a:r>
          </a:p>
        </p:txBody>
      </p:sp>
    </p:spTree>
    <p:extLst>
      <p:ext uri="{BB962C8B-B14F-4D97-AF65-F5344CB8AC3E}">
        <p14:creationId xmlns:p14="http://schemas.microsoft.com/office/powerpoint/2010/main" val="3743790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2D93A-DBED-6045-8C3D-D16C49802A1A}"/>
              </a:ext>
            </a:extLst>
          </p:cNvPr>
          <p:cNvSpPr>
            <a:spLocks noGrp="1"/>
          </p:cNvSpPr>
          <p:nvPr>
            <p:ph type="title"/>
          </p:nvPr>
        </p:nvSpPr>
        <p:spPr/>
        <p:txBody>
          <a:bodyPr/>
          <a:lstStyle/>
          <a:p>
            <a:r>
              <a:rPr lang="en-US"/>
              <a:t>The </a:t>
            </a:r>
            <a:r>
              <a:rPr lang="en-US">
                <a:solidFill>
                  <a:schemeClr val="accent1"/>
                </a:solidFill>
              </a:rPr>
              <a:t>Persona </a:t>
            </a:r>
            <a:r>
              <a:rPr lang="en-US"/>
              <a:t>classification is an extension of </a:t>
            </a:r>
            <a:r>
              <a:rPr lang="en-US">
                <a:solidFill>
                  <a:schemeClr val="accent1"/>
                </a:solidFill>
              </a:rPr>
              <a:t>CliCS</a:t>
            </a:r>
          </a:p>
        </p:txBody>
      </p:sp>
      <p:sp>
        <p:nvSpPr>
          <p:cNvPr id="4" name="Slide Number Placeholder 2">
            <a:extLst>
              <a:ext uri="{FF2B5EF4-FFF2-40B4-BE49-F238E27FC236}">
                <a16:creationId xmlns:a16="http://schemas.microsoft.com/office/drawing/2014/main" id="{57311C3E-9C8C-B306-33EE-6DA3C03281CA}"/>
              </a:ext>
            </a:extLst>
          </p:cNvPr>
          <p:cNvSpPr>
            <a:spLocks noGrp="1"/>
          </p:cNvSpPr>
          <p:nvPr>
            <p:ph type="sldNum" sz="quarter" idx="4"/>
          </p:nvPr>
        </p:nvSpPr>
        <p:spPr>
          <a:xfrm>
            <a:off x="8589364" y="4844446"/>
            <a:ext cx="517361" cy="273844"/>
          </a:xfrm>
        </p:spPr>
        <p:txBody>
          <a:bodyPr/>
          <a:lstStyle/>
          <a:p>
            <a:fld id="{93AC2C76-E6AA-46CB-A2DE-F6E097F7C440}" type="slidenum">
              <a:rPr lang="en-GB" sz="1100" smtClean="0"/>
              <a:pPr/>
              <a:t>3</a:t>
            </a:fld>
            <a:endParaRPr lang="en-GB" sz="1100"/>
          </a:p>
        </p:txBody>
      </p:sp>
      <p:sp>
        <p:nvSpPr>
          <p:cNvPr id="9" name="TextBox 8">
            <a:extLst>
              <a:ext uri="{FF2B5EF4-FFF2-40B4-BE49-F238E27FC236}">
                <a16:creationId xmlns:a16="http://schemas.microsoft.com/office/drawing/2014/main" id="{E0695921-BB03-8F39-AEED-5CDF6C415759}"/>
              </a:ext>
            </a:extLst>
          </p:cNvPr>
          <p:cNvSpPr txBox="1"/>
          <p:nvPr/>
        </p:nvSpPr>
        <p:spPr>
          <a:xfrm>
            <a:off x="128532" y="1464844"/>
            <a:ext cx="3303142" cy="2846933"/>
          </a:xfrm>
          <a:prstGeom prst="rect">
            <a:avLst/>
          </a:prstGeom>
          <a:noFill/>
        </p:spPr>
        <p:txBody>
          <a:bodyPr wrap="square" rtlCol="0" anchor="ctr">
            <a:spAutoFit/>
          </a:bodyPr>
          <a:lstStyle/>
          <a:p>
            <a:pPr>
              <a:spcAft>
                <a:spcPts val="600"/>
              </a:spcAft>
            </a:pPr>
            <a:r>
              <a:rPr lang="en-US" sz="1100" b="1" dirty="0" err="1">
                <a:solidFill>
                  <a:schemeClr val="accent1"/>
                </a:solidFill>
              </a:rPr>
              <a:t>CliCS</a:t>
            </a:r>
            <a:r>
              <a:rPr lang="en-US" sz="1100" b="1" dirty="0">
                <a:solidFill>
                  <a:schemeClr val="accent1"/>
                </a:solidFill>
              </a:rPr>
              <a:t> - Segments </a:t>
            </a:r>
            <a:r>
              <a:rPr lang="en-US" sz="1100" dirty="0"/>
              <a:t>purpose is for us to operate within a single </a:t>
            </a:r>
            <a:r>
              <a:rPr lang="en-US" sz="1100" b="1" u="sng" dirty="0"/>
              <a:t>client</a:t>
            </a:r>
            <a:r>
              <a:rPr lang="en-US" sz="1100" dirty="0"/>
              <a:t> classification structure. It classifies child accounts. It forms the bedrock for contracting (unit of sale) and pricing. It guides coverage, servicing and product management. </a:t>
            </a:r>
          </a:p>
          <a:p>
            <a:pPr>
              <a:spcAft>
                <a:spcPts val="600"/>
              </a:spcAft>
            </a:pPr>
            <a:r>
              <a:rPr lang="en-US" sz="1100" b="1" dirty="0" err="1">
                <a:solidFill>
                  <a:schemeClr val="accent1"/>
                </a:solidFill>
              </a:rPr>
              <a:t>CliCS</a:t>
            </a:r>
            <a:r>
              <a:rPr lang="en-US" sz="1100" b="1" dirty="0">
                <a:solidFill>
                  <a:schemeClr val="accent1"/>
                </a:solidFill>
              </a:rPr>
              <a:t> - Persona</a:t>
            </a:r>
            <a:r>
              <a:rPr lang="en-US" sz="1100" dirty="0"/>
              <a:t> purpose is to classify our </a:t>
            </a:r>
            <a:r>
              <a:rPr lang="en-US" sz="1100" b="1" u="sng" dirty="0"/>
              <a:t>contacts;</a:t>
            </a:r>
            <a:r>
              <a:rPr lang="en-US" sz="1100" dirty="0"/>
              <a:t> these individuals are all associated to a client account (and therefore to a segment).</a:t>
            </a:r>
          </a:p>
          <a:p>
            <a:pPr>
              <a:spcAft>
                <a:spcPts val="600"/>
              </a:spcAft>
            </a:pPr>
            <a:r>
              <a:rPr lang="en-US" sz="1100" dirty="0"/>
              <a:t>The purpose for classifying our contacts are varied;</a:t>
            </a:r>
          </a:p>
          <a:p>
            <a:pPr marL="171450" indent="-171450">
              <a:spcAft>
                <a:spcPts val="600"/>
              </a:spcAft>
              <a:buFont typeface="Roboto" panose="02000000000000000000" pitchFamily="2" charset="0"/>
              <a:buChar char="−"/>
            </a:pPr>
            <a:r>
              <a:rPr lang="en-US" sz="1100" dirty="0"/>
              <a:t>Enable persona-based marketing, product development, selling and servicing</a:t>
            </a:r>
          </a:p>
          <a:p>
            <a:pPr marL="171450" indent="-171450">
              <a:spcAft>
                <a:spcPts val="600"/>
              </a:spcAft>
              <a:buFont typeface="Roboto" panose="02000000000000000000" pitchFamily="2" charset="0"/>
              <a:buChar char="−"/>
            </a:pPr>
            <a:r>
              <a:rPr lang="en-US" sz="1100" dirty="0"/>
              <a:t>Entitlement automation</a:t>
            </a:r>
          </a:p>
          <a:p>
            <a:pPr marL="171450" indent="-171450">
              <a:spcAft>
                <a:spcPts val="600"/>
              </a:spcAft>
              <a:buFont typeface="Roboto" panose="02000000000000000000" pitchFamily="2" charset="0"/>
              <a:buChar char="−"/>
            </a:pPr>
            <a:r>
              <a:rPr lang="en-US" sz="1100" dirty="0"/>
              <a:t>Monitor product usage and client penetration</a:t>
            </a:r>
          </a:p>
        </p:txBody>
      </p:sp>
      <p:pic>
        <p:nvPicPr>
          <p:cNvPr id="5" name="Picture 4">
            <a:extLst>
              <a:ext uri="{FF2B5EF4-FFF2-40B4-BE49-F238E27FC236}">
                <a16:creationId xmlns:a16="http://schemas.microsoft.com/office/drawing/2014/main" id="{72BB88C2-61E5-F00E-5648-ADBDB22BA8B7}"/>
              </a:ext>
            </a:extLst>
          </p:cNvPr>
          <p:cNvPicPr>
            <a:picLocks noChangeAspect="1"/>
          </p:cNvPicPr>
          <p:nvPr/>
        </p:nvPicPr>
        <p:blipFill>
          <a:blip r:embed="rId2"/>
          <a:stretch>
            <a:fillRect/>
          </a:stretch>
        </p:blipFill>
        <p:spPr>
          <a:xfrm>
            <a:off x="3827403" y="1407378"/>
            <a:ext cx="4759462" cy="1676399"/>
          </a:xfrm>
          <a:prstGeom prst="rect">
            <a:avLst/>
          </a:prstGeom>
        </p:spPr>
      </p:pic>
      <p:sp>
        <p:nvSpPr>
          <p:cNvPr id="6" name="TextBox 5">
            <a:extLst>
              <a:ext uri="{FF2B5EF4-FFF2-40B4-BE49-F238E27FC236}">
                <a16:creationId xmlns:a16="http://schemas.microsoft.com/office/drawing/2014/main" id="{D0EC8056-528F-727A-476D-34DBD4A72E43}"/>
              </a:ext>
            </a:extLst>
          </p:cNvPr>
          <p:cNvSpPr txBox="1"/>
          <p:nvPr/>
        </p:nvSpPr>
        <p:spPr>
          <a:xfrm>
            <a:off x="4489554" y="3805959"/>
            <a:ext cx="3307914" cy="600164"/>
          </a:xfrm>
          <a:prstGeom prst="rect">
            <a:avLst/>
          </a:prstGeom>
          <a:solidFill>
            <a:schemeClr val="bg1">
              <a:lumMod val="95000"/>
            </a:schemeClr>
          </a:solidFill>
        </p:spPr>
        <p:txBody>
          <a:bodyPr wrap="square" rtlCol="0">
            <a:spAutoFit/>
          </a:bodyPr>
          <a:lstStyle/>
          <a:p>
            <a:r>
              <a:rPr lang="en-US" sz="1100"/>
              <a:t>A “</a:t>
            </a:r>
            <a:r>
              <a:rPr lang="en-US" sz="1100" b="1">
                <a:solidFill>
                  <a:schemeClr val="accent1"/>
                </a:solidFill>
              </a:rPr>
              <a:t>Persona</a:t>
            </a:r>
            <a:r>
              <a:rPr lang="en-US" sz="1100"/>
              <a:t>” is defined as an individual, working in a client segment, within a Business Unit, in a Location, with a Role and a Job Level. </a:t>
            </a:r>
          </a:p>
        </p:txBody>
      </p:sp>
      <p:sp>
        <p:nvSpPr>
          <p:cNvPr id="10" name="Rectangle: Rounded Corners 9">
            <a:extLst>
              <a:ext uri="{FF2B5EF4-FFF2-40B4-BE49-F238E27FC236}">
                <a16:creationId xmlns:a16="http://schemas.microsoft.com/office/drawing/2014/main" id="{E617E7E9-5519-1BCF-4FCE-4A41A121C45D}"/>
              </a:ext>
            </a:extLst>
          </p:cNvPr>
          <p:cNvSpPr/>
          <p:nvPr/>
        </p:nvSpPr>
        <p:spPr>
          <a:xfrm>
            <a:off x="3605135" y="1184223"/>
            <a:ext cx="5194092" cy="3357797"/>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Striped Right 10">
            <a:extLst>
              <a:ext uri="{FF2B5EF4-FFF2-40B4-BE49-F238E27FC236}">
                <a16:creationId xmlns:a16="http://schemas.microsoft.com/office/drawing/2014/main" id="{12B1008E-A1E8-136D-1B7B-403FD8F23D09}"/>
              </a:ext>
            </a:extLst>
          </p:cNvPr>
          <p:cNvSpPr/>
          <p:nvPr/>
        </p:nvSpPr>
        <p:spPr>
          <a:xfrm rot="5400000">
            <a:off x="5835358" y="3137598"/>
            <a:ext cx="445834" cy="619095"/>
          </a:xfrm>
          <a:prstGeom prst="stripedRightArrow">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4282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973E0-84F5-F394-F8DC-5E565E3062A3}"/>
              </a:ext>
            </a:extLst>
          </p:cNvPr>
          <p:cNvSpPr>
            <a:spLocks noGrp="1"/>
          </p:cNvSpPr>
          <p:nvPr>
            <p:ph type="title"/>
          </p:nvPr>
        </p:nvSpPr>
        <p:spPr/>
        <p:txBody>
          <a:bodyPr/>
          <a:lstStyle/>
          <a:p>
            <a:r>
              <a:rPr lang="en-US"/>
              <a:t>Design Principles</a:t>
            </a:r>
          </a:p>
        </p:txBody>
      </p:sp>
      <p:sp>
        <p:nvSpPr>
          <p:cNvPr id="4" name="TextBox 3">
            <a:extLst>
              <a:ext uri="{FF2B5EF4-FFF2-40B4-BE49-F238E27FC236}">
                <a16:creationId xmlns:a16="http://schemas.microsoft.com/office/drawing/2014/main" id="{89CD3467-7321-806D-3A1B-6FE1540B369B}"/>
              </a:ext>
            </a:extLst>
          </p:cNvPr>
          <p:cNvSpPr txBox="1"/>
          <p:nvPr/>
        </p:nvSpPr>
        <p:spPr>
          <a:xfrm>
            <a:off x="2863191" y="1711064"/>
            <a:ext cx="5388179" cy="2354491"/>
          </a:xfrm>
          <a:prstGeom prst="rect">
            <a:avLst/>
          </a:prstGeom>
          <a:noFill/>
        </p:spPr>
        <p:txBody>
          <a:bodyPr wrap="square" rtlCol="0" anchor="ctr">
            <a:spAutoFit/>
          </a:bodyPr>
          <a:lstStyle/>
          <a:p>
            <a:pPr marL="228600" indent="-228600">
              <a:spcAft>
                <a:spcPts val="600"/>
              </a:spcAft>
              <a:buFont typeface="+mj-lt"/>
              <a:buAutoNum type="arabicPeriod"/>
            </a:pPr>
            <a:r>
              <a:rPr lang="en-US" sz="1200" dirty="0"/>
              <a:t>We selected </a:t>
            </a:r>
            <a:r>
              <a:rPr lang="en-US" sz="1200" b="1" dirty="0">
                <a:solidFill>
                  <a:schemeClr val="accent1"/>
                </a:solidFill>
              </a:rPr>
              <a:t>Business Units, Roles </a:t>
            </a:r>
            <a:r>
              <a:rPr lang="en-US" sz="1200" dirty="0"/>
              <a:t>and</a:t>
            </a:r>
            <a:r>
              <a:rPr lang="en-US" sz="1200" b="1" dirty="0">
                <a:solidFill>
                  <a:schemeClr val="accent1"/>
                </a:solidFill>
              </a:rPr>
              <a:t> Job Level </a:t>
            </a:r>
            <a:r>
              <a:rPr lang="en-US" sz="1200" dirty="0"/>
              <a:t>that we believe to be the most relevant for our products and services. For certain roles we seek granularity, for others we don’t.</a:t>
            </a:r>
          </a:p>
          <a:p>
            <a:pPr marL="228600" indent="-228600">
              <a:spcAft>
                <a:spcPts val="600"/>
              </a:spcAft>
              <a:buFont typeface="+mj-lt"/>
              <a:buAutoNum type="arabicPeriod"/>
            </a:pPr>
            <a:r>
              <a:rPr lang="en-US" sz="1200" dirty="0"/>
              <a:t>We designed for </a:t>
            </a:r>
            <a:r>
              <a:rPr lang="en-US" sz="1200" b="1" dirty="0">
                <a:solidFill>
                  <a:schemeClr val="accent1"/>
                </a:solidFill>
              </a:rPr>
              <a:t>flexibility</a:t>
            </a:r>
            <a:r>
              <a:rPr lang="en-US" sz="1200" dirty="0"/>
              <a:t>. We expect that adjustments will be needed over time as we learn more about specific use cases and persona types.</a:t>
            </a:r>
          </a:p>
          <a:p>
            <a:pPr marL="228600" indent="-228600">
              <a:spcAft>
                <a:spcPts val="600"/>
              </a:spcAft>
              <a:buFont typeface="+mj-lt"/>
              <a:buAutoNum type="arabicPeriod"/>
            </a:pPr>
            <a:r>
              <a:rPr lang="en-US" sz="1200" dirty="0"/>
              <a:t>We removed much discretion in definitions, but rather operate with </a:t>
            </a:r>
            <a:r>
              <a:rPr lang="en-US" sz="1200" b="1" dirty="0">
                <a:solidFill>
                  <a:schemeClr val="accent1"/>
                </a:solidFill>
              </a:rPr>
              <a:t>standardized</a:t>
            </a:r>
            <a:r>
              <a:rPr lang="en-US" sz="1200" dirty="0"/>
              <a:t> drop downs, seeking </a:t>
            </a:r>
            <a:r>
              <a:rPr lang="en-US" sz="1200" i="1" dirty="0"/>
              <a:t>best-fit</a:t>
            </a:r>
            <a:r>
              <a:rPr lang="en-US" sz="1200" dirty="0"/>
              <a:t> rather than matching exactly what a user may show on their business card. The free text in SF (which translated into 80,000 different roles) will be curtailed. </a:t>
            </a:r>
          </a:p>
          <a:p>
            <a:pPr marL="228600" indent="-228600">
              <a:spcAft>
                <a:spcPts val="600"/>
              </a:spcAft>
              <a:buFont typeface="+mj-lt"/>
              <a:buAutoNum type="arabicPeriod"/>
            </a:pPr>
            <a:r>
              <a:rPr lang="en-US" sz="1200" dirty="0"/>
              <a:t>We use rules-based mapping to populate the personas based on Title and Job Level (using </a:t>
            </a:r>
            <a:r>
              <a:rPr lang="en-US" sz="1200" dirty="0" err="1"/>
              <a:t>RingLead</a:t>
            </a:r>
            <a:r>
              <a:rPr lang="en-US" sz="1200" dirty="0"/>
              <a:t>).</a:t>
            </a:r>
          </a:p>
        </p:txBody>
      </p:sp>
      <p:sp>
        <p:nvSpPr>
          <p:cNvPr id="5" name="TextBox 4">
            <a:extLst>
              <a:ext uri="{FF2B5EF4-FFF2-40B4-BE49-F238E27FC236}">
                <a16:creationId xmlns:a16="http://schemas.microsoft.com/office/drawing/2014/main" id="{BD980E84-F3EC-F716-7737-5290E1068E94}"/>
              </a:ext>
            </a:extLst>
          </p:cNvPr>
          <p:cNvSpPr txBox="1"/>
          <p:nvPr/>
        </p:nvSpPr>
        <p:spPr>
          <a:xfrm>
            <a:off x="285749" y="1986974"/>
            <a:ext cx="2023810" cy="1169551"/>
          </a:xfrm>
          <a:prstGeom prst="rect">
            <a:avLst/>
          </a:prstGeom>
          <a:noFill/>
        </p:spPr>
        <p:txBody>
          <a:bodyPr wrap="square" rtlCol="0" anchor="ctr">
            <a:spAutoFit/>
          </a:bodyPr>
          <a:lstStyle/>
          <a:p>
            <a:pPr marL="171450" indent="-171450">
              <a:spcAft>
                <a:spcPts val="600"/>
              </a:spcAft>
              <a:buFont typeface="Roboto" panose="02000000000000000000" pitchFamily="2" charset="0"/>
              <a:buChar char="−"/>
            </a:pPr>
            <a:r>
              <a:rPr lang="en-US" sz="1100" b="1">
                <a:solidFill>
                  <a:schemeClr val="accent1"/>
                </a:solidFill>
              </a:rPr>
              <a:t>Designing for scale</a:t>
            </a:r>
          </a:p>
          <a:p>
            <a:pPr marL="171450" indent="-171450">
              <a:spcAft>
                <a:spcPts val="600"/>
              </a:spcAft>
              <a:buFont typeface="Roboto" panose="02000000000000000000" pitchFamily="2" charset="0"/>
              <a:buChar char="−"/>
            </a:pPr>
            <a:r>
              <a:rPr lang="en-US" sz="1100" b="1">
                <a:solidFill>
                  <a:schemeClr val="accent1"/>
                </a:solidFill>
              </a:rPr>
              <a:t>Fit for our purpose</a:t>
            </a:r>
          </a:p>
          <a:p>
            <a:pPr marL="171450" indent="-171450">
              <a:spcAft>
                <a:spcPts val="600"/>
              </a:spcAft>
              <a:buFont typeface="Roboto" panose="02000000000000000000" pitchFamily="2" charset="0"/>
              <a:buChar char="−"/>
            </a:pPr>
            <a:r>
              <a:rPr lang="en-US" sz="1100" b="1">
                <a:solidFill>
                  <a:schemeClr val="accent1"/>
                </a:solidFill>
              </a:rPr>
              <a:t>Foundational for persona-based commercial models</a:t>
            </a:r>
          </a:p>
          <a:p>
            <a:pPr marL="171450" indent="-171450">
              <a:spcAft>
                <a:spcPts val="600"/>
              </a:spcAft>
              <a:buFont typeface="Roboto" panose="02000000000000000000" pitchFamily="2" charset="0"/>
              <a:buChar char="−"/>
            </a:pPr>
            <a:r>
              <a:rPr lang="en-US" sz="1100" b="1">
                <a:solidFill>
                  <a:schemeClr val="accent1"/>
                </a:solidFill>
              </a:rPr>
              <a:t>Flexible &amp; evolutionary</a:t>
            </a:r>
            <a:endParaRPr lang="en-US" sz="1100"/>
          </a:p>
        </p:txBody>
      </p:sp>
      <p:sp>
        <p:nvSpPr>
          <p:cNvPr id="6" name="Slide Number Placeholder 2">
            <a:extLst>
              <a:ext uri="{FF2B5EF4-FFF2-40B4-BE49-F238E27FC236}">
                <a16:creationId xmlns:a16="http://schemas.microsoft.com/office/drawing/2014/main" id="{89142C2E-8D82-77B8-E78B-5DDC372F6F83}"/>
              </a:ext>
            </a:extLst>
          </p:cNvPr>
          <p:cNvSpPr>
            <a:spLocks noGrp="1"/>
          </p:cNvSpPr>
          <p:nvPr>
            <p:ph type="sldNum" sz="quarter" idx="4"/>
          </p:nvPr>
        </p:nvSpPr>
        <p:spPr>
          <a:xfrm>
            <a:off x="8589364" y="4844446"/>
            <a:ext cx="517361" cy="273844"/>
          </a:xfrm>
        </p:spPr>
        <p:txBody>
          <a:bodyPr/>
          <a:lstStyle/>
          <a:p>
            <a:fld id="{93AC2C76-E6AA-46CB-A2DE-F6E097F7C440}" type="slidenum">
              <a:rPr lang="en-GB" sz="1100" smtClean="0"/>
              <a:pPr/>
              <a:t>4</a:t>
            </a:fld>
            <a:endParaRPr lang="en-GB" sz="1100"/>
          </a:p>
        </p:txBody>
      </p:sp>
    </p:spTree>
    <p:extLst>
      <p:ext uri="{BB962C8B-B14F-4D97-AF65-F5344CB8AC3E}">
        <p14:creationId xmlns:p14="http://schemas.microsoft.com/office/powerpoint/2010/main" val="3003379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1EEA5-9A25-B10D-4375-D826578EEA45}"/>
              </a:ext>
            </a:extLst>
          </p:cNvPr>
          <p:cNvSpPr>
            <a:spLocks noGrp="1"/>
          </p:cNvSpPr>
          <p:nvPr>
            <p:ph type="title"/>
          </p:nvPr>
        </p:nvSpPr>
        <p:spPr/>
        <p:txBody>
          <a:bodyPr/>
          <a:lstStyle/>
          <a:p>
            <a:r>
              <a:rPr lang="en-US">
                <a:solidFill>
                  <a:schemeClr val="accent1"/>
                </a:solidFill>
              </a:rPr>
              <a:t>Job Levels </a:t>
            </a:r>
            <a:r>
              <a:rPr lang="en-US"/>
              <a:t>– Core Personas</a:t>
            </a:r>
          </a:p>
        </p:txBody>
      </p:sp>
      <p:sp>
        <p:nvSpPr>
          <p:cNvPr id="8" name="Slide Number Placeholder 2">
            <a:extLst>
              <a:ext uri="{FF2B5EF4-FFF2-40B4-BE49-F238E27FC236}">
                <a16:creationId xmlns:a16="http://schemas.microsoft.com/office/drawing/2014/main" id="{2CE12D78-C77F-2596-B3EE-2B41FA57D7D8}"/>
              </a:ext>
            </a:extLst>
          </p:cNvPr>
          <p:cNvSpPr>
            <a:spLocks noGrp="1"/>
          </p:cNvSpPr>
          <p:nvPr>
            <p:ph type="sldNum" sz="quarter" idx="4"/>
          </p:nvPr>
        </p:nvSpPr>
        <p:spPr>
          <a:xfrm>
            <a:off x="8589364" y="4844446"/>
            <a:ext cx="517361" cy="273844"/>
          </a:xfrm>
        </p:spPr>
        <p:txBody>
          <a:bodyPr/>
          <a:lstStyle/>
          <a:p>
            <a:fld id="{93AC2C76-E6AA-46CB-A2DE-F6E097F7C440}" type="slidenum">
              <a:rPr lang="en-GB" sz="1100" smtClean="0"/>
              <a:pPr/>
              <a:t>5</a:t>
            </a:fld>
            <a:endParaRPr lang="en-GB" sz="1100"/>
          </a:p>
        </p:txBody>
      </p:sp>
      <p:sp>
        <p:nvSpPr>
          <p:cNvPr id="10" name="TextBox 9">
            <a:extLst>
              <a:ext uri="{FF2B5EF4-FFF2-40B4-BE49-F238E27FC236}">
                <a16:creationId xmlns:a16="http://schemas.microsoft.com/office/drawing/2014/main" id="{87D83C3B-47DE-D622-8A17-C1C4B408EEC0}"/>
              </a:ext>
            </a:extLst>
          </p:cNvPr>
          <p:cNvSpPr txBox="1"/>
          <p:nvPr/>
        </p:nvSpPr>
        <p:spPr>
          <a:xfrm>
            <a:off x="285749" y="1672595"/>
            <a:ext cx="3594267" cy="2431435"/>
          </a:xfrm>
          <a:prstGeom prst="rect">
            <a:avLst/>
          </a:prstGeom>
          <a:noFill/>
        </p:spPr>
        <p:txBody>
          <a:bodyPr wrap="square" rtlCol="0" anchor="ctr">
            <a:spAutoFit/>
          </a:bodyPr>
          <a:lstStyle/>
          <a:p>
            <a:pPr>
              <a:spcAft>
                <a:spcPts val="600"/>
              </a:spcAft>
            </a:pPr>
            <a:r>
              <a:rPr lang="en-US" sz="1100" dirty="0"/>
              <a:t>Each Persona is tagged to a </a:t>
            </a:r>
            <a:r>
              <a:rPr lang="en-US" sz="1100" b="1" u="sng" dirty="0"/>
              <a:t>standardized</a:t>
            </a:r>
            <a:r>
              <a:rPr lang="en-US" sz="1100" dirty="0"/>
              <a:t> list of </a:t>
            </a:r>
            <a:r>
              <a:rPr lang="en-US" sz="1100" b="1" dirty="0">
                <a:solidFill>
                  <a:schemeClr val="accent1"/>
                </a:solidFill>
              </a:rPr>
              <a:t>Job Levels</a:t>
            </a:r>
            <a:r>
              <a:rPr lang="en-US" sz="1100" dirty="0"/>
              <a:t>.</a:t>
            </a:r>
          </a:p>
          <a:p>
            <a:pPr marL="171450" indent="-171450">
              <a:spcAft>
                <a:spcPts val="600"/>
              </a:spcAft>
              <a:buFont typeface="Roboto" panose="02000000000000000000" pitchFamily="2" charset="0"/>
              <a:buChar char="−"/>
            </a:pPr>
            <a:r>
              <a:rPr lang="en-US" sz="1100" dirty="0"/>
              <a:t>Job Levels apply to any Persona, irrespective to their client segment, business unit, or location.</a:t>
            </a:r>
          </a:p>
          <a:p>
            <a:pPr marL="171450" indent="-171450">
              <a:spcAft>
                <a:spcPts val="600"/>
              </a:spcAft>
              <a:buFont typeface="Roboto" panose="02000000000000000000" pitchFamily="2" charset="0"/>
              <a:buChar char="−"/>
            </a:pPr>
            <a:r>
              <a:rPr lang="en-US" sz="1100" dirty="0"/>
              <a:t>We seek </a:t>
            </a:r>
            <a:r>
              <a:rPr lang="en-US" sz="1100" b="1" i="1" dirty="0">
                <a:solidFill>
                  <a:schemeClr val="accent1"/>
                </a:solidFill>
              </a:rPr>
              <a:t>best-fit</a:t>
            </a:r>
            <a:r>
              <a:rPr lang="en-US" sz="1100" dirty="0"/>
              <a:t> rather than matching exactly what an individual may show on their business card.</a:t>
            </a:r>
          </a:p>
          <a:p>
            <a:pPr marL="171450" indent="-171450">
              <a:spcAft>
                <a:spcPts val="600"/>
              </a:spcAft>
              <a:buFont typeface="Roboto" panose="02000000000000000000" pitchFamily="2" charset="0"/>
              <a:buChar char="−"/>
            </a:pPr>
            <a:r>
              <a:rPr lang="en-US" sz="1100" b="1" dirty="0">
                <a:solidFill>
                  <a:schemeClr val="accent1"/>
                </a:solidFill>
              </a:rPr>
              <a:t>For C-Suite roles, </a:t>
            </a:r>
            <a:r>
              <a:rPr lang="en-US" sz="1100" dirty="0"/>
              <a:t>we seek high levels of granularity to support our SAM accounts. This can be populated by Coverage teams as needed</a:t>
            </a:r>
          </a:p>
          <a:p>
            <a:pPr marL="171450" indent="-171450">
              <a:spcAft>
                <a:spcPts val="600"/>
              </a:spcAft>
              <a:buFont typeface="Roboto" panose="02000000000000000000" pitchFamily="2" charset="0"/>
              <a:buChar char="−"/>
            </a:pPr>
            <a:r>
              <a:rPr lang="en-US" sz="1100" dirty="0"/>
              <a:t>Job Level field is auto-populated using rules based on Title and </a:t>
            </a:r>
            <a:r>
              <a:rPr lang="en-US" sz="1100" dirty="0" err="1"/>
              <a:t>Zoominfo</a:t>
            </a:r>
            <a:r>
              <a:rPr lang="en-US" sz="1100" dirty="0"/>
              <a:t> Management Level (with </a:t>
            </a:r>
            <a:r>
              <a:rPr lang="en-US" sz="1100" dirty="0" err="1"/>
              <a:t>RingLead</a:t>
            </a:r>
            <a:r>
              <a:rPr lang="en-US" sz="1100" dirty="0"/>
              <a:t>)</a:t>
            </a:r>
          </a:p>
        </p:txBody>
      </p:sp>
      <p:pic>
        <p:nvPicPr>
          <p:cNvPr id="3" name="Picture 2">
            <a:extLst>
              <a:ext uri="{FF2B5EF4-FFF2-40B4-BE49-F238E27FC236}">
                <a16:creationId xmlns:a16="http://schemas.microsoft.com/office/drawing/2014/main" id="{80628CB6-DBCB-4A7B-82AA-F74310743384}"/>
              </a:ext>
            </a:extLst>
          </p:cNvPr>
          <p:cNvPicPr>
            <a:picLocks noChangeAspect="1"/>
          </p:cNvPicPr>
          <p:nvPr/>
        </p:nvPicPr>
        <p:blipFill>
          <a:blip r:embed="rId2"/>
          <a:stretch>
            <a:fillRect/>
          </a:stretch>
        </p:blipFill>
        <p:spPr>
          <a:xfrm>
            <a:off x="4959170" y="1288754"/>
            <a:ext cx="609631" cy="1339919"/>
          </a:xfrm>
          <a:prstGeom prst="rect">
            <a:avLst/>
          </a:prstGeom>
        </p:spPr>
      </p:pic>
      <p:pic>
        <p:nvPicPr>
          <p:cNvPr id="4" name="Picture 3">
            <a:extLst>
              <a:ext uri="{FF2B5EF4-FFF2-40B4-BE49-F238E27FC236}">
                <a16:creationId xmlns:a16="http://schemas.microsoft.com/office/drawing/2014/main" id="{D4526791-BDF2-D39D-94A4-293EB09C2D01}"/>
              </a:ext>
            </a:extLst>
          </p:cNvPr>
          <p:cNvPicPr>
            <a:picLocks noChangeAspect="1"/>
          </p:cNvPicPr>
          <p:nvPr/>
        </p:nvPicPr>
        <p:blipFill>
          <a:blip r:embed="rId3"/>
          <a:stretch>
            <a:fillRect/>
          </a:stretch>
        </p:blipFill>
        <p:spPr>
          <a:xfrm>
            <a:off x="6300381" y="1288754"/>
            <a:ext cx="1873346" cy="3778444"/>
          </a:xfrm>
          <a:prstGeom prst="rect">
            <a:avLst/>
          </a:prstGeom>
        </p:spPr>
      </p:pic>
      <p:sp>
        <p:nvSpPr>
          <p:cNvPr id="5" name="TextBox 4">
            <a:extLst>
              <a:ext uri="{FF2B5EF4-FFF2-40B4-BE49-F238E27FC236}">
                <a16:creationId xmlns:a16="http://schemas.microsoft.com/office/drawing/2014/main" id="{D7667FCC-663B-8F0D-0D35-9978403C4635}"/>
              </a:ext>
            </a:extLst>
          </p:cNvPr>
          <p:cNvSpPr txBox="1"/>
          <p:nvPr/>
        </p:nvSpPr>
        <p:spPr>
          <a:xfrm>
            <a:off x="4862173" y="1073727"/>
            <a:ext cx="609631" cy="215444"/>
          </a:xfrm>
          <a:prstGeom prst="rect">
            <a:avLst/>
          </a:prstGeom>
          <a:noFill/>
        </p:spPr>
        <p:txBody>
          <a:bodyPr wrap="square" rtlCol="0">
            <a:spAutoFit/>
          </a:bodyPr>
          <a:lstStyle/>
          <a:p>
            <a:r>
              <a:rPr lang="en-US" sz="800" b="1" dirty="0">
                <a:solidFill>
                  <a:schemeClr val="accent1"/>
                </a:solidFill>
              </a:rPr>
              <a:t>Job level</a:t>
            </a:r>
          </a:p>
        </p:txBody>
      </p:sp>
      <p:sp>
        <p:nvSpPr>
          <p:cNvPr id="6" name="TextBox 5">
            <a:extLst>
              <a:ext uri="{FF2B5EF4-FFF2-40B4-BE49-F238E27FC236}">
                <a16:creationId xmlns:a16="http://schemas.microsoft.com/office/drawing/2014/main" id="{D15C1C3E-0DD5-4791-ACDA-D8415C46970C}"/>
              </a:ext>
            </a:extLst>
          </p:cNvPr>
          <p:cNvSpPr txBox="1"/>
          <p:nvPr/>
        </p:nvSpPr>
        <p:spPr>
          <a:xfrm>
            <a:off x="6203384" y="1073727"/>
            <a:ext cx="980198" cy="215444"/>
          </a:xfrm>
          <a:prstGeom prst="rect">
            <a:avLst/>
          </a:prstGeom>
          <a:noFill/>
        </p:spPr>
        <p:txBody>
          <a:bodyPr wrap="square" rtlCol="0">
            <a:spAutoFit/>
          </a:bodyPr>
          <a:lstStyle/>
          <a:p>
            <a:r>
              <a:rPr lang="en-US" sz="800" b="1" dirty="0">
                <a:solidFill>
                  <a:schemeClr val="accent1"/>
                </a:solidFill>
              </a:rPr>
              <a:t>C-Suite Role</a:t>
            </a:r>
          </a:p>
        </p:txBody>
      </p:sp>
    </p:spTree>
    <p:extLst>
      <p:ext uri="{BB962C8B-B14F-4D97-AF65-F5344CB8AC3E}">
        <p14:creationId xmlns:p14="http://schemas.microsoft.com/office/powerpoint/2010/main" val="158045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22753-09C3-EB44-F52D-47F63321F0E9}"/>
              </a:ext>
            </a:extLst>
          </p:cNvPr>
          <p:cNvSpPr>
            <a:spLocks noGrp="1"/>
          </p:cNvSpPr>
          <p:nvPr>
            <p:ph type="title"/>
          </p:nvPr>
        </p:nvSpPr>
        <p:spPr/>
        <p:txBody>
          <a:bodyPr/>
          <a:lstStyle/>
          <a:p>
            <a:r>
              <a:rPr lang="en-US" dirty="0"/>
              <a:t>Personas revisions - timing</a:t>
            </a:r>
          </a:p>
        </p:txBody>
      </p:sp>
      <p:sp>
        <p:nvSpPr>
          <p:cNvPr id="3" name="Text Placeholder 2">
            <a:extLst>
              <a:ext uri="{FF2B5EF4-FFF2-40B4-BE49-F238E27FC236}">
                <a16:creationId xmlns:a16="http://schemas.microsoft.com/office/drawing/2014/main" id="{52616495-25BD-1BB5-4E77-C642704E2545}"/>
              </a:ext>
            </a:extLst>
          </p:cNvPr>
          <p:cNvSpPr>
            <a:spLocks noGrp="1"/>
          </p:cNvSpPr>
          <p:nvPr>
            <p:ph type="body" sz="quarter" idx="12"/>
          </p:nvPr>
        </p:nvSpPr>
        <p:spPr/>
        <p:txBody>
          <a:bodyPr/>
          <a:lstStyle/>
          <a:p>
            <a:endParaRPr lang="en-US"/>
          </a:p>
        </p:txBody>
      </p:sp>
      <p:sp>
        <p:nvSpPr>
          <p:cNvPr id="50" name="StatusText"/>
          <p:cNvSpPr txBox="1"/>
          <p:nvPr/>
        </p:nvSpPr>
        <p:spPr>
          <a:xfrm>
            <a:off x="279399" y="1092200"/>
            <a:ext cx="3324859" cy="3556000"/>
          </a:xfrm>
          <a:prstGeom prst="rect">
            <a:avLst/>
          </a:prstGeom>
          <a:noFill/>
        </p:spPr>
        <p:txBody>
          <a:bodyPr wrap="square" lIns="36000" tIns="36000" rIns="36000" bIns="36000" anchor="t"/>
          <a:lstStyle/>
          <a:p>
            <a:pPr>
              <a:spcAft>
                <a:spcPts val="400"/>
              </a:spcAft>
            </a:pPr>
            <a:r>
              <a:rPr lang="en-US" sz="1400" b="1" dirty="0">
                <a:solidFill>
                  <a:schemeClr val="accent1"/>
                </a:solidFill>
              </a:rPr>
              <a:t>Current Status</a:t>
            </a:r>
          </a:p>
          <a:p>
            <a:pPr marL="171450" indent="-171450">
              <a:spcAft>
                <a:spcPts val="300"/>
              </a:spcAft>
              <a:buFont typeface="Arial"/>
              <a:buChar char="•"/>
            </a:pPr>
            <a:r>
              <a:rPr lang="en-US" sz="1100" dirty="0"/>
              <a:t>Persona list simplified and standardized</a:t>
            </a:r>
          </a:p>
          <a:p>
            <a:pPr marL="171450" indent="-171450">
              <a:spcAft>
                <a:spcPts val="300"/>
              </a:spcAft>
              <a:buFont typeface="Arial"/>
              <a:buChar char="•"/>
            </a:pPr>
            <a:r>
              <a:rPr lang="en-US" sz="1100" dirty="0"/>
              <a:t>Segment leads are signing off on the new persona mapping for their segments</a:t>
            </a:r>
          </a:p>
          <a:p>
            <a:pPr marL="171450" indent="-171450">
              <a:spcAft>
                <a:spcPts val="300"/>
              </a:spcAft>
              <a:buFont typeface="Arial"/>
              <a:buChar char="•"/>
            </a:pPr>
            <a:r>
              <a:rPr lang="en-US" sz="1100" dirty="0"/>
              <a:t>All picklist value changes will be made at once in Salesforce</a:t>
            </a:r>
          </a:p>
          <a:p>
            <a:pPr marL="171450" indent="-171450">
              <a:spcAft>
                <a:spcPts val="300"/>
              </a:spcAft>
              <a:buFont typeface="Arial"/>
              <a:buChar char="•"/>
            </a:pPr>
            <a:r>
              <a:rPr lang="en-US" sz="1100" dirty="0"/>
              <a:t>Once picklist values are updated in Salesforce, the contact and lead fields will be populated</a:t>
            </a:r>
          </a:p>
        </p:txBody>
      </p:sp>
      <p:sp>
        <p:nvSpPr>
          <p:cNvPr id="51" name="TimelineTitle"/>
          <p:cNvSpPr txBox="1"/>
          <p:nvPr/>
        </p:nvSpPr>
        <p:spPr>
          <a:xfrm>
            <a:off x="3914140" y="1071875"/>
            <a:ext cx="4826000" cy="355600"/>
          </a:xfrm>
          <a:prstGeom prst="rect">
            <a:avLst/>
          </a:prstGeom>
          <a:noFill/>
        </p:spPr>
        <p:txBody>
          <a:bodyPr wrap="square" lIns="36000" tIns="0" rIns="36000" bIns="0"/>
          <a:lstStyle/>
          <a:p>
            <a:r>
              <a:rPr lang="en-US" sz="1400" b="1" dirty="0">
                <a:solidFill>
                  <a:schemeClr val="accent1"/>
                </a:solidFill>
              </a:rPr>
              <a:t>Segment Lead Sign-Offs</a:t>
            </a:r>
          </a:p>
        </p:txBody>
      </p:sp>
      <p:sp>
        <p:nvSpPr>
          <p:cNvPr id="70" name="WaveBlock0"/>
          <p:cNvSpPr/>
          <p:nvPr/>
        </p:nvSpPr>
        <p:spPr>
          <a:xfrm>
            <a:off x="3810000" y="1498600"/>
            <a:ext cx="1574800" cy="1676400"/>
          </a:xfrm>
          <a:prstGeom prst="roundRect">
            <a:avLst>
              <a:gd name="adj" fmla="val 8000"/>
            </a:avLst>
          </a:prstGeom>
          <a:solidFill>
            <a:srgbClr val="EAF6F0"/>
          </a:solidFill>
        </p:spPr>
        <p:txBody>
          <a:bodyPr wrap="square" lIns="101600" tIns="101600" rIns="101600" bIns="101600" anchor="t"/>
          <a:lstStyle/>
          <a:p>
            <a:pPr algn="l"/>
            <a:r>
              <a:rPr lang="en-US" sz="1000" b="1" dirty="0">
                <a:solidFill>
                  <a:srgbClr val="00945E"/>
                </a:solidFill>
              </a:rPr>
              <a:t>Complete</a:t>
            </a:r>
          </a:p>
          <a:p>
            <a:pPr algn="l">
              <a:spcBef>
                <a:spcPts val="300"/>
              </a:spcBef>
            </a:pPr>
            <a:r>
              <a:rPr lang="en-US" sz="900" b="1" dirty="0">
                <a:solidFill>
                  <a:schemeClr val="tx1">
                    <a:alpha val="55000"/>
                  </a:schemeClr>
                </a:solidFill>
              </a:rPr>
              <a:t>Signed off</a:t>
            </a:r>
          </a:p>
          <a:p>
            <a:pPr marL="91440" indent="-91440" algn="l">
              <a:spcBef>
                <a:spcPts val="300"/>
              </a:spcBef>
              <a:buFont typeface="Arial"/>
              <a:buChar char="•"/>
            </a:pPr>
            <a:r>
              <a:rPr lang="en-US" sz="900" dirty="0"/>
              <a:t>Asset Managers</a:t>
            </a:r>
          </a:p>
          <a:p>
            <a:pPr marL="91440" indent="-91440" algn="l">
              <a:buFont typeface="Arial"/>
              <a:buChar char="•"/>
            </a:pPr>
            <a:r>
              <a:rPr lang="en-US" sz="900" dirty="0"/>
              <a:t>Asset Owners</a:t>
            </a:r>
          </a:p>
          <a:p>
            <a:pPr marL="91440" indent="-91440" algn="l">
              <a:buFont typeface="Arial"/>
              <a:buChar char="•"/>
            </a:pPr>
            <a:r>
              <a:rPr lang="en-US" sz="900" dirty="0"/>
              <a:t>Wealth Management</a:t>
            </a:r>
          </a:p>
          <a:p>
            <a:pPr marL="91440" indent="-91440">
              <a:buFont typeface="Arial"/>
              <a:buChar char="•"/>
            </a:pPr>
            <a:r>
              <a:rPr lang="en-US" sz="900">
                <a:ea typeface="Roboto"/>
                <a:cs typeface="Roboto"/>
              </a:rPr>
              <a:t>Corporates &amp; Advisors</a:t>
            </a:r>
          </a:p>
          <a:p>
            <a:pPr marL="91440" indent="-91440">
              <a:buFont typeface="Arial"/>
              <a:buChar char="•"/>
            </a:pPr>
            <a:r>
              <a:rPr lang="en-US" sz="900">
                <a:ea typeface="Roboto"/>
                <a:cs typeface="Roboto"/>
              </a:rPr>
              <a:t>Hedge Funds</a:t>
            </a:r>
            <a:endParaRPr lang="en-US" sz="900" dirty="0">
              <a:ea typeface="Roboto"/>
              <a:cs typeface="Roboto"/>
            </a:endParaRPr>
          </a:p>
          <a:p>
            <a:pPr marL="91440" indent="-91440">
              <a:buFont typeface="Arial"/>
              <a:buChar char="•"/>
            </a:pPr>
            <a:r>
              <a:rPr lang="en-US" sz="900">
                <a:ea typeface="Roboto"/>
                <a:cs typeface="Roboto"/>
              </a:rPr>
              <a:t>Banks &amp; Brokerages</a:t>
            </a:r>
          </a:p>
          <a:p>
            <a:pPr marL="91440" indent="-91440">
              <a:buFont typeface="Arial"/>
              <a:buChar char="•"/>
            </a:pPr>
            <a:r>
              <a:rPr lang="en-US" sz="900">
                <a:ea typeface="Roboto"/>
                <a:cs typeface="Roboto"/>
              </a:rPr>
              <a:t>Exchanges &amp; Vendors</a:t>
            </a:r>
          </a:p>
          <a:p>
            <a:pPr marL="91440" indent="-91440">
              <a:buFont typeface="Arial"/>
              <a:buChar char="•"/>
            </a:pPr>
            <a:r>
              <a:rPr lang="en-US" sz="900">
                <a:ea typeface="Roboto"/>
                <a:cs typeface="Roboto"/>
              </a:rPr>
              <a:t>Insurance</a:t>
            </a:r>
            <a:endParaRPr lang="en-US" sz="900" dirty="0">
              <a:ea typeface="Roboto"/>
              <a:cs typeface="Roboto"/>
            </a:endParaRPr>
          </a:p>
        </p:txBody>
      </p:sp>
      <p:sp>
        <p:nvSpPr>
          <p:cNvPr id="200" name="SFHeader"/>
          <p:cNvSpPr/>
          <p:nvPr/>
        </p:nvSpPr>
        <p:spPr>
          <a:xfrm>
            <a:off x="3810000" y="3327400"/>
            <a:ext cx="4927600" cy="228600"/>
          </a:xfrm>
          <a:prstGeom prst="rect">
            <a:avLst/>
          </a:prstGeom>
          <a:noFill/>
        </p:spPr>
        <p:txBody>
          <a:bodyPr wrap="square" lIns="0" tIns="0" rIns="0" bIns="0" anchor="b"/>
          <a:lstStyle/>
          <a:p>
            <a:pPr algn="l"/>
            <a:r>
              <a:rPr lang="en-US" sz="1100" b="1" dirty="0">
                <a:solidFill>
                  <a:srgbClr val="0626A9"/>
                </a:solidFill>
              </a:rPr>
              <a:t>Next Steps: Salesforce Rollout</a:t>
            </a:r>
          </a:p>
        </p:txBody>
      </p:sp>
      <p:sp>
        <p:nvSpPr>
          <p:cNvPr id="201" name="SFStep1"/>
          <p:cNvSpPr/>
          <p:nvPr/>
        </p:nvSpPr>
        <p:spPr>
          <a:xfrm>
            <a:off x="3810000" y="3657600"/>
            <a:ext cx="2260600" cy="838200"/>
          </a:xfrm>
          <a:prstGeom prst="roundRect">
            <a:avLst/>
          </a:prstGeom>
          <a:solidFill>
            <a:srgbClr val="EEF1FB"/>
          </a:solidFill>
        </p:spPr>
        <p:txBody>
          <a:bodyPr wrap="square" lIns="127000" tIns="76200" rIns="101600" bIns="76200" anchor="ctr"/>
          <a:lstStyle/>
          <a:p>
            <a:pPr algn="l"/>
            <a:r>
              <a:rPr lang="en-US" sz="900" b="1" dirty="0">
                <a:solidFill>
                  <a:srgbClr val="0626A9"/>
                </a:solidFill>
              </a:rPr>
              <a:t>1 · Update values in Salesforce</a:t>
            </a:r>
          </a:p>
          <a:p>
            <a:pPr algn="l">
              <a:spcBef>
                <a:spcPts val="200"/>
              </a:spcBef>
            </a:pPr>
            <a:r>
              <a:rPr lang="en-US" sz="850" dirty="0">
                <a:solidFill>
                  <a:schemeClr val="tx1">
                    <a:alpha val="65000"/>
                  </a:schemeClr>
                </a:solidFill>
              </a:rPr>
              <a:t>Complete by Aug 1 (to be confirmed)</a:t>
            </a:r>
          </a:p>
        </p:txBody>
      </p:sp>
      <p:sp>
        <p:nvSpPr>
          <p:cNvPr id="203" name="SFArrow"/>
          <p:cNvSpPr/>
          <p:nvPr/>
        </p:nvSpPr>
        <p:spPr>
          <a:xfrm>
            <a:off x="6096000" y="3924300"/>
            <a:ext cx="355600" cy="304800"/>
          </a:xfrm>
          <a:prstGeom prst="rightArrow">
            <a:avLst/>
          </a:prstGeom>
          <a:solidFill>
            <a:srgbClr val="0626A9"/>
          </a:solidFill>
        </p:spPr>
        <p:txBody>
          <a:bodyPr wrap="square" lIns="0" tIns="0" rIns="0" bIns="0" anchor="ctr"/>
          <a:lstStyle/>
          <a:p>
            <a:pPr algn="ctr"/>
            <a:endParaRPr lang="en-US"/>
          </a:p>
        </p:txBody>
      </p:sp>
      <p:sp>
        <p:nvSpPr>
          <p:cNvPr id="202" name="SFStep2"/>
          <p:cNvSpPr/>
          <p:nvPr/>
        </p:nvSpPr>
        <p:spPr>
          <a:xfrm>
            <a:off x="6477000" y="3657600"/>
            <a:ext cx="2260600" cy="838200"/>
          </a:xfrm>
          <a:prstGeom prst="roundRect">
            <a:avLst/>
          </a:prstGeom>
          <a:solidFill>
            <a:srgbClr val="EEF1FB"/>
          </a:solidFill>
        </p:spPr>
        <p:txBody>
          <a:bodyPr wrap="square" lIns="127000" tIns="76200" rIns="101600" bIns="76200" anchor="ctr"/>
          <a:lstStyle/>
          <a:p>
            <a:pPr algn="l"/>
            <a:r>
              <a:rPr lang="en-US" sz="900" b="1" dirty="0">
                <a:solidFill>
                  <a:srgbClr val="0626A9"/>
                </a:solidFill>
              </a:rPr>
              <a:t>2 · Populate contact fields with new values</a:t>
            </a:r>
          </a:p>
          <a:p>
            <a:pPr algn="l">
              <a:spcBef>
                <a:spcPts val="200"/>
              </a:spcBef>
            </a:pPr>
            <a:r>
              <a:rPr lang="en-US" sz="850" dirty="0">
                <a:solidFill>
                  <a:schemeClr val="tx1">
                    <a:alpha val="65000"/>
                  </a:schemeClr>
                </a:solidFill>
              </a:rPr>
              <a:t>Complete by Aug 31</a:t>
            </a:r>
          </a:p>
        </p:txBody>
      </p:sp>
    </p:spTree>
    <p:extLst>
      <p:ext uri="{BB962C8B-B14F-4D97-AF65-F5344CB8AC3E}">
        <p14:creationId xmlns:p14="http://schemas.microsoft.com/office/powerpoint/2010/main" val="3364504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F04D2-0524-1F67-7BEC-60F0C9ED10AB}"/>
              </a:ext>
            </a:extLst>
          </p:cNvPr>
          <p:cNvSpPr>
            <a:spLocks noGrp="1"/>
          </p:cNvSpPr>
          <p:nvPr>
            <p:ph type="title"/>
          </p:nvPr>
        </p:nvSpPr>
        <p:spPr/>
        <p:txBody>
          <a:bodyPr/>
          <a:lstStyle/>
          <a:p>
            <a:r>
              <a:rPr lang="en-US" dirty="0"/>
              <a:t>Asset Managers </a:t>
            </a:r>
            <a:r>
              <a:rPr lang="en-US" dirty="0">
                <a:solidFill>
                  <a:schemeClr val="accent1"/>
                </a:solidFill>
              </a:rPr>
              <a:t>– Core Personas</a:t>
            </a:r>
          </a:p>
        </p:txBody>
      </p:sp>
      <p:sp>
        <p:nvSpPr>
          <p:cNvPr id="6" name="TextBox 5">
            <a:extLst>
              <a:ext uri="{FF2B5EF4-FFF2-40B4-BE49-F238E27FC236}">
                <a16:creationId xmlns:a16="http://schemas.microsoft.com/office/drawing/2014/main" id="{DAFEA9B6-D250-8ECE-E989-D88392AA2D25}"/>
              </a:ext>
            </a:extLst>
          </p:cNvPr>
          <p:cNvSpPr txBox="1"/>
          <p:nvPr/>
        </p:nvSpPr>
        <p:spPr>
          <a:xfrm>
            <a:off x="104319" y="1713395"/>
            <a:ext cx="2426610" cy="1962076"/>
          </a:xfrm>
          <a:prstGeom prst="rect">
            <a:avLst/>
          </a:prstGeom>
          <a:noFill/>
        </p:spPr>
        <p:txBody>
          <a:bodyPr wrap="square" rtlCol="0" anchor="ctr">
            <a:spAutoFit/>
          </a:bodyPr>
          <a:lstStyle/>
          <a:p>
            <a:pPr>
              <a:spcAft>
                <a:spcPts val="600"/>
              </a:spcAft>
            </a:pPr>
            <a:r>
              <a:rPr lang="en-US" sz="1100" b="1" dirty="0">
                <a:solidFill>
                  <a:schemeClr val="accent1"/>
                </a:solidFill>
              </a:rPr>
              <a:t>(signed off, not yet in Salesforce) </a:t>
            </a:r>
          </a:p>
          <a:p>
            <a:pPr>
              <a:spcAft>
                <a:spcPts val="600"/>
              </a:spcAft>
            </a:pPr>
            <a:r>
              <a:rPr lang="en-US" sz="1100" dirty="0"/>
              <a:t>There are many Personas where we have relevant solutions, products and services to sell. </a:t>
            </a:r>
          </a:p>
          <a:p>
            <a:pPr>
              <a:spcAft>
                <a:spcPts val="600"/>
              </a:spcAft>
            </a:pPr>
            <a:r>
              <a:rPr lang="en-US" sz="1100" b="1" dirty="0">
                <a:solidFill>
                  <a:schemeClr val="accent1"/>
                </a:solidFill>
              </a:rPr>
              <a:t>Core personas </a:t>
            </a:r>
            <a:r>
              <a:rPr lang="en-US" sz="1100" dirty="0"/>
              <a:t>are;</a:t>
            </a:r>
          </a:p>
          <a:p>
            <a:pPr marL="174625" indent="-174625">
              <a:spcAft>
                <a:spcPts val="300"/>
              </a:spcAft>
              <a:buFont typeface="+mj-lt"/>
              <a:buAutoNum type="arabicPeriod"/>
            </a:pPr>
            <a:r>
              <a:rPr lang="en-US" sz="1100" dirty="0"/>
              <a:t>Head of Product</a:t>
            </a:r>
          </a:p>
          <a:p>
            <a:pPr marL="174625" indent="-174625">
              <a:spcAft>
                <a:spcPts val="300"/>
              </a:spcAft>
              <a:buFont typeface="+mj-lt"/>
              <a:buAutoNum type="arabicPeriod"/>
            </a:pPr>
            <a:r>
              <a:rPr lang="en-US" sz="1100" dirty="0"/>
              <a:t>CIO / Head of investments</a:t>
            </a:r>
          </a:p>
          <a:p>
            <a:pPr marL="174625" indent="-174625">
              <a:spcAft>
                <a:spcPts val="300"/>
              </a:spcAft>
              <a:buFont typeface="+mj-lt"/>
              <a:buAutoNum type="arabicPeriod"/>
            </a:pPr>
            <a:r>
              <a:rPr lang="en-US" sz="1100" dirty="0"/>
              <a:t>COO/Business Management</a:t>
            </a:r>
          </a:p>
          <a:p>
            <a:pPr marL="174625" indent="-174625">
              <a:spcAft>
                <a:spcPts val="300"/>
              </a:spcAft>
              <a:buFont typeface="+mj-lt"/>
              <a:buAutoNum type="arabicPeriod"/>
            </a:pPr>
            <a:r>
              <a:rPr lang="en-US" sz="1100" dirty="0"/>
              <a:t>Head of Risk / CRO</a:t>
            </a:r>
          </a:p>
        </p:txBody>
      </p:sp>
      <p:sp>
        <p:nvSpPr>
          <p:cNvPr id="4" name="Slide Number Placeholder 2">
            <a:extLst>
              <a:ext uri="{FF2B5EF4-FFF2-40B4-BE49-F238E27FC236}">
                <a16:creationId xmlns:a16="http://schemas.microsoft.com/office/drawing/2014/main" id="{34A69D48-0592-0DFE-22E7-9A1685CA473F}"/>
              </a:ext>
            </a:extLst>
          </p:cNvPr>
          <p:cNvSpPr>
            <a:spLocks noGrp="1"/>
          </p:cNvSpPr>
          <p:nvPr>
            <p:ph type="sldNum" sz="quarter" idx="4"/>
          </p:nvPr>
        </p:nvSpPr>
        <p:spPr>
          <a:xfrm>
            <a:off x="8589364" y="4844446"/>
            <a:ext cx="517361" cy="273844"/>
          </a:xfrm>
        </p:spPr>
        <p:txBody>
          <a:bodyPr/>
          <a:lstStyle/>
          <a:p>
            <a:fld id="{93AC2C76-E6AA-46CB-A2DE-F6E097F7C440}" type="slidenum">
              <a:rPr lang="en-GB" sz="1100" smtClean="0"/>
              <a:pPr/>
              <a:t>7</a:t>
            </a:fld>
            <a:endParaRPr lang="en-GB" sz="1100"/>
          </a:p>
        </p:txBody>
      </p:sp>
      <p:pic>
        <p:nvPicPr>
          <p:cNvPr id="5" name="Picture 4">
            <a:extLst>
              <a:ext uri="{FF2B5EF4-FFF2-40B4-BE49-F238E27FC236}">
                <a16:creationId xmlns:a16="http://schemas.microsoft.com/office/drawing/2014/main" id="{8F28B5B2-37AA-5B02-A4A9-7FBA75BCBD8C}"/>
              </a:ext>
            </a:extLst>
          </p:cNvPr>
          <p:cNvPicPr>
            <a:picLocks noChangeAspect="1"/>
          </p:cNvPicPr>
          <p:nvPr/>
        </p:nvPicPr>
        <p:blipFill>
          <a:blip r:embed="rId3"/>
          <a:stretch>
            <a:fillRect/>
          </a:stretch>
        </p:blipFill>
        <p:spPr>
          <a:xfrm>
            <a:off x="2747710" y="947057"/>
            <a:ext cx="4715380" cy="4185558"/>
          </a:xfrm>
          <a:prstGeom prst="rect">
            <a:avLst/>
          </a:prstGeom>
        </p:spPr>
      </p:pic>
    </p:spTree>
    <p:extLst>
      <p:ext uri="{BB962C8B-B14F-4D97-AF65-F5344CB8AC3E}">
        <p14:creationId xmlns:p14="http://schemas.microsoft.com/office/powerpoint/2010/main" val="2254068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0162E-66C1-B9E1-ED8D-DD3B4DBD1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81E07-C6DF-F6FB-0E21-B1955252E18F}"/>
              </a:ext>
            </a:extLst>
          </p:cNvPr>
          <p:cNvSpPr>
            <a:spLocks noGrp="1"/>
          </p:cNvSpPr>
          <p:nvPr>
            <p:ph type="title"/>
          </p:nvPr>
        </p:nvSpPr>
        <p:spPr/>
        <p:txBody>
          <a:bodyPr/>
          <a:lstStyle/>
          <a:p>
            <a:r>
              <a:rPr lang="en-US" dirty="0"/>
              <a:t>Asset Owners </a:t>
            </a:r>
            <a:r>
              <a:rPr lang="en-US" dirty="0">
                <a:solidFill>
                  <a:schemeClr val="accent1"/>
                </a:solidFill>
              </a:rPr>
              <a:t>– Core Personas</a:t>
            </a:r>
          </a:p>
        </p:txBody>
      </p:sp>
      <p:sp>
        <p:nvSpPr>
          <p:cNvPr id="6" name="TextBox 5">
            <a:extLst>
              <a:ext uri="{FF2B5EF4-FFF2-40B4-BE49-F238E27FC236}">
                <a16:creationId xmlns:a16="http://schemas.microsoft.com/office/drawing/2014/main" id="{09F377B5-2A9A-09C5-C611-4A7D373D9F70}"/>
              </a:ext>
            </a:extLst>
          </p:cNvPr>
          <p:cNvSpPr txBox="1"/>
          <p:nvPr/>
        </p:nvSpPr>
        <p:spPr>
          <a:xfrm>
            <a:off x="104319" y="1628757"/>
            <a:ext cx="2426610" cy="2131353"/>
          </a:xfrm>
          <a:prstGeom prst="rect">
            <a:avLst/>
          </a:prstGeom>
          <a:noFill/>
        </p:spPr>
        <p:txBody>
          <a:bodyPr wrap="square" rtlCol="0" anchor="ctr">
            <a:spAutoFit/>
          </a:bodyPr>
          <a:lstStyle/>
          <a:p>
            <a:pPr>
              <a:spcAft>
                <a:spcPts val="600"/>
              </a:spcAft>
            </a:pPr>
            <a:r>
              <a:rPr lang="en-US" sz="1100" b="1" dirty="0">
                <a:solidFill>
                  <a:schemeClr val="accent1"/>
                </a:solidFill>
              </a:rPr>
              <a:t>(signed off, not yet in Salesforce) </a:t>
            </a:r>
          </a:p>
          <a:p>
            <a:pPr>
              <a:spcAft>
                <a:spcPts val="600"/>
              </a:spcAft>
            </a:pPr>
            <a:r>
              <a:rPr lang="en-US" sz="1100" dirty="0"/>
              <a:t>There are many Personas where we have relevant solutions, products and services to sell. </a:t>
            </a:r>
          </a:p>
          <a:p>
            <a:pPr>
              <a:spcAft>
                <a:spcPts val="600"/>
              </a:spcAft>
            </a:pPr>
            <a:r>
              <a:rPr lang="en-US" sz="1100" b="1" dirty="0">
                <a:solidFill>
                  <a:schemeClr val="accent1"/>
                </a:solidFill>
              </a:rPr>
              <a:t>Core personas </a:t>
            </a:r>
            <a:r>
              <a:rPr lang="en-US" sz="1100" dirty="0"/>
              <a:t>are;</a:t>
            </a:r>
          </a:p>
          <a:p>
            <a:pPr marL="174625" indent="-174625">
              <a:spcAft>
                <a:spcPts val="300"/>
              </a:spcAft>
              <a:buFont typeface="+mj-lt"/>
              <a:buAutoNum type="arabicPeriod"/>
            </a:pPr>
            <a:r>
              <a:rPr lang="en-US" sz="1100" dirty="0"/>
              <a:t>CIO / Head of Investments</a:t>
            </a:r>
          </a:p>
          <a:p>
            <a:pPr marL="174625" indent="-174625">
              <a:spcAft>
                <a:spcPts val="300"/>
              </a:spcAft>
              <a:buFont typeface="+mj-lt"/>
              <a:buAutoNum type="arabicPeriod"/>
            </a:pPr>
            <a:r>
              <a:rPr lang="en-US" sz="1100" dirty="0"/>
              <a:t>Head of Public/Private Markets</a:t>
            </a:r>
          </a:p>
          <a:p>
            <a:pPr marL="174625" indent="-174625">
              <a:spcAft>
                <a:spcPts val="300"/>
              </a:spcAft>
              <a:buFont typeface="+mj-lt"/>
              <a:buAutoNum type="arabicPeriod"/>
            </a:pPr>
            <a:r>
              <a:rPr lang="en-US" sz="1100" dirty="0"/>
              <a:t>Head of Asset Allocation/Portfolio Strategy</a:t>
            </a:r>
          </a:p>
          <a:p>
            <a:pPr marL="174625" indent="-174625">
              <a:spcAft>
                <a:spcPts val="300"/>
              </a:spcAft>
              <a:buFont typeface="+mj-lt"/>
              <a:buAutoNum type="arabicPeriod"/>
            </a:pPr>
            <a:r>
              <a:rPr lang="en-US" sz="1100" dirty="0"/>
              <a:t>Head of Risk / CRO</a:t>
            </a:r>
          </a:p>
        </p:txBody>
      </p:sp>
      <p:sp>
        <p:nvSpPr>
          <p:cNvPr id="4" name="Slide Number Placeholder 2">
            <a:extLst>
              <a:ext uri="{FF2B5EF4-FFF2-40B4-BE49-F238E27FC236}">
                <a16:creationId xmlns:a16="http://schemas.microsoft.com/office/drawing/2014/main" id="{A9F229E8-B0E6-4088-1B72-1891EEB3D4B2}"/>
              </a:ext>
            </a:extLst>
          </p:cNvPr>
          <p:cNvSpPr>
            <a:spLocks noGrp="1"/>
          </p:cNvSpPr>
          <p:nvPr>
            <p:ph type="sldNum" sz="quarter" idx="4"/>
          </p:nvPr>
        </p:nvSpPr>
        <p:spPr>
          <a:xfrm>
            <a:off x="8589364" y="4844446"/>
            <a:ext cx="517361" cy="273844"/>
          </a:xfrm>
        </p:spPr>
        <p:txBody>
          <a:bodyPr/>
          <a:lstStyle/>
          <a:p>
            <a:fld id="{93AC2C76-E6AA-46CB-A2DE-F6E097F7C440}" type="slidenum">
              <a:rPr lang="en-GB" sz="1100" smtClean="0"/>
              <a:pPr/>
              <a:t>8</a:t>
            </a:fld>
            <a:endParaRPr lang="en-GB" sz="1100"/>
          </a:p>
        </p:txBody>
      </p:sp>
      <p:pic>
        <p:nvPicPr>
          <p:cNvPr id="3" name="Picture 2">
            <a:extLst>
              <a:ext uri="{FF2B5EF4-FFF2-40B4-BE49-F238E27FC236}">
                <a16:creationId xmlns:a16="http://schemas.microsoft.com/office/drawing/2014/main" id="{4233FC40-2DA1-D0D8-7FB8-0B17C9F6D2B7}"/>
              </a:ext>
            </a:extLst>
          </p:cNvPr>
          <p:cNvPicPr>
            <a:picLocks noChangeAspect="1"/>
          </p:cNvPicPr>
          <p:nvPr/>
        </p:nvPicPr>
        <p:blipFill>
          <a:blip r:embed="rId3"/>
          <a:stretch>
            <a:fillRect/>
          </a:stretch>
        </p:blipFill>
        <p:spPr>
          <a:xfrm>
            <a:off x="2961382" y="930729"/>
            <a:ext cx="5899122" cy="4174673"/>
          </a:xfrm>
          <a:prstGeom prst="rect">
            <a:avLst/>
          </a:prstGeom>
        </p:spPr>
      </p:pic>
    </p:spTree>
    <p:extLst>
      <p:ext uri="{BB962C8B-B14F-4D97-AF65-F5344CB8AC3E}">
        <p14:creationId xmlns:p14="http://schemas.microsoft.com/office/powerpoint/2010/main" val="2498759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5D2BB-98E2-53E9-9E8E-AA05AAF77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6BEEB1-CCD6-A4B9-6744-DBF96C37A624}"/>
              </a:ext>
            </a:extLst>
          </p:cNvPr>
          <p:cNvSpPr>
            <a:spLocks noGrp="1"/>
          </p:cNvSpPr>
          <p:nvPr>
            <p:ph type="title"/>
          </p:nvPr>
        </p:nvSpPr>
        <p:spPr/>
        <p:txBody>
          <a:bodyPr/>
          <a:lstStyle/>
          <a:p>
            <a:r>
              <a:rPr lang="en-US" dirty="0">
                <a:solidFill>
                  <a:schemeClr val="accent1"/>
                </a:solidFill>
              </a:rPr>
              <a:t>Wealth Managers – Core Personas</a:t>
            </a:r>
          </a:p>
        </p:txBody>
      </p:sp>
      <p:sp>
        <p:nvSpPr>
          <p:cNvPr id="6" name="TextBox 5">
            <a:extLst>
              <a:ext uri="{FF2B5EF4-FFF2-40B4-BE49-F238E27FC236}">
                <a16:creationId xmlns:a16="http://schemas.microsoft.com/office/drawing/2014/main" id="{886E70EF-13C4-ABD5-1509-786B6710CBB8}"/>
              </a:ext>
            </a:extLst>
          </p:cNvPr>
          <p:cNvSpPr txBox="1"/>
          <p:nvPr/>
        </p:nvSpPr>
        <p:spPr>
          <a:xfrm>
            <a:off x="104319" y="1817271"/>
            <a:ext cx="2426610" cy="1754326"/>
          </a:xfrm>
          <a:prstGeom prst="rect">
            <a:avLst/>
          </a:prstGeom>
          <a:noFill/>
        </p:spPr>
        <p:txBody>
          <a:bodyPr wrap="square" lIns="91440" tIns="45720" rIns="91440" bIns="45720" rtlCol="0" anchor="ctr">
            <a:spAutoFit/>
          </a:bodyPr>
          <a:lstStyle/>
          <a:p>
            <a:pPr>
              <a:spcAft>
                <a:spcPts val="600"/>
              </a:spcAft>
            </a:pPr>
            <a:r>
              <a:rPr lang="en-US" sz="1100" b="1" dirty="0">
                <a:solidFill>
                  <a:schemeClr val="accent1"/>
                </a:solidFill>
              </a:rPr>
              <a:t>(signed off, not yet in Salesforce) </a:t>
            </a:r>
          </a:p>
          <a:p>
            <a:pPr>
              <a:spcAft>
                <a:spcPts val="600"/>
              </a:spcAft>
            </a:pPr>
            <a:r>
              <a:rPr lang="en-US" sz="1100" dirty="0"/>
              <a:t>There are many Personas where we have relevant solutions, products and services to sell. </a:t>
            </a:r>
          </a:p>
          <a:p>
            <a:pPr>
              <a:spcAft>
                <a:spcPts val="600"/>
              </a:spcAft>
            </a:pPr>
            <a:r>
              <a:rPr lang="en-US" sz="1100" b="1" dirty="0">
                <a:solidFill>
                  <a:schemeClr val="accent1"/>
                </a:solidFill>
              </a:rPr>
              <a:t>Core personas </a:t>
            </a:r>
            <a:r>
              <a:rPr lang="en-US" sz="1100" dirty="0"/>
              <a:t>are;</a:t>
            </a:r>
          </a:p>
          <a:p>
            <a:pPr marL="174625" indent="-174625">
              <a:spcAft>
                <a:spcPts val="300"/>
              </a:spcAft>
              <a:buFont typeface="+mj-lt"/>
              <a:buAutoNum type="arabicPeriod"/>
            </a:pPr>
            <a:r>
              <a:rPr lang="en-US" sz="1100" dirty="0"/>
              <a:t>CIO / Head of Investments</a:t>
            </a:r>
          </a:p>
          <a:p>
            <a:pPr marL="174625" indent="-174625">
              <a:spcAft>
                <a:spcPts val="300"/>
              </a:spcAft>
              <a:buFont typeface="+mj-lt"/>
              <a:buAutoNum type="arabicPeriod"/>
            </a:pPr>
            <a:r>
              <a:rPr lang="en-US" sz="1100" dirty="0"/>
              <a:t>Head of Risk / CRO</a:t>
            </a:r>
          </a:p>
          <a:p>
            <a:pPr marL="174625" indent="-174625">
              <a:spcAft>
                <a:spcPts val="300"/>
              </a:spcAft>
              <a:buFont typeface="+mj-lt"/>
              <a:buAutoNum type="arabicPeriod"/>
            </a:pPr>
            <a:r>
              <a:rPr lang="en-US" sz="1100"/>
              <a:t>Compliance</a:t>
            </a:r>
            <a:endParaRPr lang="en-US" sz="1100">
              <a:ea typeface="Roboto"/>
              <a:cs typeface="Roboto"/>
            </a:endParaRPr>
          </a:p>
        </p:txBody>
      </p:sp>
      <p:sp>
        <p:nvSpPr>
          <p:cNvPr id="4" name="Slide Number Placeholder 2">
            <a:extLst>
              <a:ext uri="{FF2B5EF4-FFF2-40B4-BE49-F238E27FC236}">
                <a16:creationId xmlns:a16="http://schemas.microsoft.com/office/drawing/2014/main" id="{3650327E-04C8-4D5B-BFFE-E76DC989966D}"/>
              </a:ext>
            </a:extLst>
          </p:cNvPr>
          <p:cNvSpPr>
            <a:spLocks noGrp="1"/>
          </p:cNvSpPr>
          <p:nvPr>
            <p:ph type="sldNum" sz="quarter" idx="4"/>
          </p:nvPr>
        </p:nvSpPr>
        <p:spPr>
          <a:xfrm>
            <a:off x="8589364" y="4844446"/>
            <a:ext cx="517361" cy="273844"/>
          </a:xfrm>
        </p:spPr>
        <p:txBody>
          <a:bodyPr/>
          <a:lstStyle/>
          <a:p>
            <a:fld id="{93AC2C76-E6AA-46CB-A2DE-F6E097F7C440}" type="slidenum">
              <a:rPr lang="en-GB" sz="1100" smtClean="0"/>
              <a:pPr/>
              <a:t>9</a:t>
            </a:fld>
            <a:endParaRPr lang="en-GB" sz="1100"/>
          </a:p>
        </p:txBody>
      </p:sp>
      <p:pic>
        <p:nvPicPr>
          <p:cNvPr id="5" name="Picture 4" descr="A table with text on it&#10;&#10;AI-generated content may be incorrect.">
            <a:extLst>
              <a:ext uri="{FF2B5EF4-FFF2-40B4-BE49-F238E27FC236}">
                <a16:creationId xmlns:a16="http://schemas.microsoft.com/office/drawing/2014/main" id="{EFB2B7B9-0CB4-A446-D779-32D7713D2D88}"/>
              </a:ext>
            </a:extLst>
          </p:cNvPr>
          <p:cNvPicPr>
            <a:picLocks noChangeAspect="1"/>
          </p:cNvPicPr>
          <p:nvPr/>
        </p:nvPicPr>
        <p:blipFill>
          <a:blip r:embed="rId3"/>
          <a:stretch>
            <a:fillRect/>
          </a:stretch>
        </p:blipFill>
        <p:spPr>
          <a:xfrm>
            <a:off x="2890733" y="968828"/>
            <a:ext cx="5969661" cy="4174673"/>
          </a:xfrm>
          <a:prstGeom prst="rect">
            <a:avLst/>
          </a:prstGeom>
        </p:spPr>
      </p:pic>
    </p:spTree>
    <p:extLst>
      <p:ext uri="{BB962C8B-B14F-4D97-AF65-F5344CB8AC3E}">
        <p14:creationId xmlns:p14="http://schemas.microsoft.com/office/powerpoint/2010/main" val="805022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DC0F4-80B5-D087-7BBD-D6AA649185FD}"/>
              </a:ext>
            </a:extLst>
          </p:cNvPr>
          <p:cNvSpPr>
            <a:spLocks noGrp="1"/>
          </p:cNvSpPr>
          <p:nvPr>
            <p:ph type="title"/>
          </p:nvPr>
        </p:nvSpPr>
        <p:spPr/>
        <p:txBody>
          <a:bodyPr/>
          <a:lstStyle/>
          <a:p>
            <a:r>
              <a:rPr lang="en-US" dirty="0"/>
              <a:t>Corporates &amp; Advisors </a:t>
            </a:r>
            <a:r>
              <a:rPr lang="en-US" dirty="0">
                <a:solidFill>
                  <a:schemeClr val="accent1"/>
                </a:solidFill>
              </a:rPr>
              <a:t>– Core Personas</a:t>
            </a:r>
          </a:p>
        </p:txBody>
      </p:sp>
      <p:sp>
        <p:nvSpPr>
          <p:cNvPr id="5" name="Slide Number Placeholder 2">
            <a:extLst>
              <a:ext uri="{FF2B5EF4-FFF2-40B4-BE49-F238E27FC236}">
                <a16:creationId xmlns:a16="http://schemas.microsoft.com/office/drawing/2014/main" id="{0EA8331A-924C-CC0E-6A48-13EF797812C0}"/>
              </a:ext>
            </a:extLst>
          </p:cNvPr>
          <p:cNvSpPr>
            <a:spLocks noGrp="1"/>
          </p:cNvSpPr>
          <p:nvPr>
            <p:ph type="sldNum" sz="quarter" idx="4"/>
          </p:nvPr>
        </p:nvSpPr>
        <p:spPr>
          <a:xfrm>
            <a:off x="8589364" y="4844446"/>
            <a:ext cx="517361" cy="273844"/>
          </a:xfrm>
        </p:spPr>
        <p:txBody>
          <a:bodyPr/>
          <a:lstStyle/>
          <a:p>
            <a:fld id="{93AC2C76-E6AA-46CB-A2DE-F6E097F7C440}" type="slidenum">
              <a:rPr lang="en-GB" sz="1100" smtClean="0"/>
              <a:pPr/>
              <a:t>10</a:t>
            </a:fld>
            <a:endParaRPr lang="en-GB" sz="1100"/>
          </a:p>
        </p:txBody>
      </p:sp>
      <p:sp>
        <p:nvSpPr>
          <p:cNvPr id="3" name="TextBox 2">
            <a:extLst>
              <a:ext uri="{FF2B5EF4-FFF2-40B4-BE49-F238E27FC236}">
                <a16:creationId xmlns:a16="http://schemas.microsoft.com/office/drawing/2014/main" id="{29444164-58A0-ED7D-E83E-979BAFBA283C}"/>
              </a:ext>
            </a:extLst>
          </p:cNvPr>
          <p:cNvSpPr txBox="1"/>
          <p:nvPr/>
        </p:nvSpPr>
        <p:spPr>
          <a:xfrm>
            <a:off x="207731" y="1472538"/>
            <a:ext cx="3065363" cy="1415772"/>
          </a:xfrm>
          <a:prstGeom prst="rect">
            <a:avLst/>
          </a:prstGeom>
          <a:solidFill>
            <a:schemeClr val="bg1"/>
          </a:solidFill>
        </p:spPr>
        <p:txBody>
          <a:bodyPr wrap="square" lIns="91440" tIns="45720" rIns="91440" bIns="45720" rtlCol="0" anchor="ctr">
            <a:spAutoFit/>
          </a:bodyPr>
          <a:lstStyle/>
          <a:p>
            <a:pPr>
              <a:spcAft>
                <a:spcPts val="600"/>
              </a:spcAft>
            </a:pPr>
            <a:r>
              <a:rPr lang="en-US" sz="1100" b="1">
                <a:solidFill>
                  <a:schemeClr val="accent1"/>
                </a:solidFill>
              </a:rPr>
              <a:t>(signed off, not yet in Salesforce) </a:t>
            </a:r>
            <a:endParaRPr lang="en-US" sz="1100">
              <a:solidFill>
                <a:schemeClr val="accent1"/>
              </a:solidFill>
            </a:endParaRPr>
          </a:p>
          <a:p>
            <a:pPr>
              <a:spcAft>
                <a:spcPts val="600"/>
              </a:spcAft>
            </a:pPr>
            <a:r>
              <a:rPr lang="en-US" sz="1100" b="1" dirty="0">
                <a:solidFill>
                  <a:schemeClr val="accent1"/>
                </a:solidFill>
              </a:rPr>
              <a:t>Core Personas </a:t>
            </a:r>
            <a:r>
              <a:rPr lang="en-US" sz="1100" dirty="0"/>
              <a:t>are;</a:t>
            </a:r>
          </a:p>
          <a:p>
            <a:pPr marL="228600" indent="-228600">
              <a:spcAft>
                <a:spcPts val="600"/>
              </a:spcAft>
              <a:buFont typeface="+mj-lt"/>
              <a:buAutoNum type="arabicPeriod"/>
            </a:pPr>
            <a:r>
              <a:rPr lang="en-US" sz="1100" dirty="0"/>
              <a:t>Chief Sustainability Officer / Head of Sustainability</a:t>
            </a:r>
          </a:p>
          <a:p>
            <a:pPr marL="228600" indent="-228600">
              <a:spcAft>
                <a:spcPts val="600"/>
              </a:spcAft>
              <a:buFont typeface="+mj-lt"/>
              <a:buAutoNum type="arabicPeriod"/>
            </a:pPr>
            <a:r>
              <a:rPr lang="en-US" sz="1100" dirty="0"/>
              <a:t>Investor Relations</a:t>
            </a:r>
          </a:p>
          <a:p>
            <a:pPr marL="228600" indent="-228600">
              <a:spcAft>
                <a:spcPts val="600"/>
              </a:spcAft>
              <a:buFont typeface="+mj-lt"/>
              <a:buAutoNum type="arabicPeriod"/>
            </a:pPr>
            <a:r>
              <a:rPr lang="en-US" sz="1100" dirty="0"/>
              <a:t>Chief Financial Officer / Head of Finance</a:t>
            </a:r>
          </a:p>
        </p:txBody>
      </p:sp>
      <p:pic>
        <p:nvPicPr>
          <p:cNvPr id="4" name="Picture 3" descr="A table with text on it&#10;&#10;AI-generated content may be incorrect.">
            <a:extLst>
              <a:ext uri="{FF2B5EF4-FFF2-40B4-BE49-F238E27FC236}">
                <a16:creationId xmlns:a16="http://schemas.microsoft.com/office/drawing/2014/main" id="{44E60AE5-8A03-73FB-F51D-936126E0D925}"/>
              </a:ext>
            </a:extLst>
          </p:cNvPr>
          <p:cNvPicPr>
            <a:picLocks noChangeAspect="1"/>
          </p:cNvPicPr>
          <p:nvPr/>
        </p:nvPicPr>
        <p:blipFill>
          <a:blip r:embed="rId2"/>
          <a:stretch>
            <a:fillRect/>
          </a:stretch>
        </p:blipFill>
        <p:spPr>
          <a:xfrm>
            <a:off x="3090293" y="957941"/>
            <a:ext cx="6016855" cy="3886201"/>
          </a:xfrm>
          <a:prstGeom prst="rect">
            <a:avLst/>
          </a:prstGeom>
        </p:spPr>
      </p:pic>
    </p:spTree>
    <p:extLst>
      <p:ext uri="{BB962C8B-B14F-4D97-AF65-F5344CB8AC3E}">
        <p14:creationId xmlns:p14="http://schemas.microsoft.com/office/powerpoint/2010/main" val="974428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818FA-0018-1918-D290-C6FF0ECC049F}"/>
              </a:ext>
            </a:extLst>
          </p:cNvPr>
          <p:cNvSpPr>
            <a:spLocks noGrp="1"/>
          </p:cNvSpPr>
          <p:nvPr>
            <p:ph type="title"/>
          </p:nvPr>
        </p:nvSpPr>
        <p:spPr/>
        <p:txBody>
          <a:bodyPr/>
          <a:lstStyle/>
          <a:p>
            <a:r>
              <a:rPr lang="en-US" dirty="0"/>
              <a:t>Hedge Fund Managers</a:t>
            </a:r>
            <a:r>
              <a:rPr lang="en-US" dirty="0">
                <a:solidFill>
                  <a:schemeClr val="accent1"/>
                </a:solidFill>
              </a:rPr>
              <a:t> – Core Personas</a:t>
            </a:r>
            <a:r>
              <a:rPr lang="en-US" dirty="0"/>
              <a:t> </a:t>
            </a:r>
          </a:p>
        </p:txBody>
      </p:sp>
      <p:sp>
        <p:nvSpPr>
          <p:cNvPr id="5" name="TextBox 4">
            <a:extLst>
              <a:ext uri="{FF2B5EF4-FFF2-40B4-BE49-F238E27FC236}">
                <a16:creationId xmlns:a16="http://schemas.microsoft.com/office/drawing/2014/main" id="{0A63D570-8A0A-3F30-24CA-845C58B98272}"/>
              </a:ext>
            </a:extLst>
          </p:cNvPr>
          <p:cNvSpPr txBox="1"/>
          <p:nvPr/>
        </p:nvSpPr>
        <p:spPr>
          <a:xfrm>
            <a:off x="117074" y="1063668"/>
            <a:ext cx="2402507" cy="2908489"/>
          </a:xfrm>
          <a:prstGeom prst="rect">
            <a:avLst/>
          </a:prstGeom>
          <a:solidFill>
            <a:schemeClr val="bg1"/>
          </a:solidFill>
        </p:spPr>
        <p:txBody>
          <a:bodyPr wrap="square" lIns="91440" tIns="45720" rIns="91440" bIns="45720" rtlCol="0" anchor="ctr">
            <a:spAutoFit/>
          </a:bodyPr>
          <a:lstStyle/>
          <a:p>
            <a:pPr>
              <a:spcAft>
                <a:spcPts val="600"/>
              </a:spcAft>
            </a:pPr>
            <a:r>
              <a:rPr lang="en-US" sz="1100" b="1">
                <a:solidFill>
                  <a:schemeClr val="accent1"/>
                </a:solidFill>
              </a:rPr>
              <a:t>(signed off, not yet in Salesforce) </a:t>
            </a:r>
            <a:endParaRPr lang="en-US" sz="1100">
              <a:solidFill>
                <a:schemeClr val="accent1"/>
              </a:solidFill>
            </a:endParaRPr>
          </a:p>
          <a:p>
            <a:pPr>
              <a:spcAft>
                <a:spcPts val="600"/>
              </a:spcAft>
            </a:pPr>
            <a:r>
              <a:rPr lang="en-US" sz="1100" dirty="0"/>
              <a:t>There are many Personas where we have relevant solutions, products and services to sell. </a:t>
            </a:r>
          </a:p>
          <a:p>
            <a:pPr>
              <a:spcAft>
                <a:spcPts val="600"/>
              </a:spcAft>
            </a:pPr>
            <a:r>
              <a:rPr lang="en-US" sz="1100" dirty="0"/>
              <a:t>Sellable use cases will depend on the strategies employed by the HFs or PMs</a:t>
            </a:r>
          </a:p>
          <a:p>
            <a:pPr>
              <a:spcAft>
                <a:spcPts val="600"/>
              </a:spcAft>
            </a:pPr>
            <a:r>
              <a:rPr lang="en-US" sz="1100" b="1">
                <a:solidFill>
                  <a:schemeClr val="accent1"/>
                </a:solidFill>
              </a:rPr>
              <a:t>Core personas</a:t>
            </a:r>
          </a:p>
          <a:p>
            <a:pPr marL="228600" indent="-228600">
              <a:spcAft>
                <a:spcPts val="600"/>
              </a:spcAft>
              <a:buAutoNum type="arabicPeriod"/>
            </a:pPr>
            <a:r>
              <a:rPr lang="en-US" sz="1100">
                <a:solidFill>
                  <a:srgbClr val="011B2B"/>
                </a:solidFill>
                <a:ea typeface="Roboto"/>
                <a:cs typeface="Roboto"/>
              </a:rPr>
              <a:t>COO</a:t>
            </a:r>
            <a:endParaRPr lang="en-US"/>
          </a:p>
          <a:p>
            <a:pPr marL="228600" indent="-228600">
              <a:spcAft>
                <a:spcPts val="600"/>
              </a:spcAft>
              <a:buAutoNum type="arabicPeriod"/>
            </a:pPr>
            <a:r>
              <a:rPr lang="en-US" sz="1100">
                <a:solidFill>
                  <a:srgbClr val="011B2B"/>
                </a:solidFill>
                <a:ea typeface="Roboto"/>
                <a:cs typeface="Roboto"/>
              </a:rPr>
              <a:t>Investor Relations</a:t>
            </a:r>
          </a:p>
          <a:p>
            <a:pPr marL="228600" indent="-228600">
              <a:spcAft>
                <a:spcPts val="600"/>
              </a:spcAft>
              <a:buAutoNum type="arabicPeriod"/>
            </a:pPr>
            <a:r>
              <a:rPr lang="en-US" sz="1100">
                <a:ea typeface="Roboto"/>
                <a:cs typeface="Roboto"/>
              </a:rPr>
              <a:t>CRO</a:t>
            </a:r>
          </a:p>
          <a:p>
            <a:pPr marL="228600" indent="-228600">
              <a:spcAft>
                <a:spcPts val="600"/>
              </a:spcAft>
              <a:buAutoNum type="arabicPeriod"/>
            </a:pPr>
            <a:r>
              <a:rPr lang="en-US" sz="1100">
                <a:ea typeface="Roboto"/>
                <a:cs typeface="Roboto"/>
              </a:rPr>
              <a:t>Portfolio Manager</a:t>
            </a:r>
          </a:p>
          <a:p>
            <a:pPr marL="228600" indent="-228600">
              <a:spcAft>
                <a:spcPts val="600"/>
              </a:spcAft>
              <a:buAutoNum type="arabicPeriod"/>
            </a:pPr>
            <a:r>
              <a:rPr lang="en-US" sz="1100" dirty="0">
                <a:ea typeface="Roboto"/>
                <a:cs typeface="Roboto"/>
              </a:rPr>
              <a:t>Data sourcing / </a:t>
            </a:r>
            <a:r>
              <a:rPr lang="en-US" sz="1100">
                <a:ea typeface="Roboto"/>
                <a:cs typeface="Roboto"/>
              </a:rPr>
              <a:t>procurement</a:t>
            </a:r>
          </a:p>
        </p:txBody>
      </p:sp>
      <p:sp>
        <p:nvSpPr>
          <p:cNvPr id="10" name="Slide Number Placeholder 2">
            <a:extLst>
              <a:ext uri="{FF2B5EF4-FFF2-40B4-BE49-F238E27FC236}">
                <a16:creationId xmlns:a16="http://schemas.microsoft.com/office/drawing/2014/main" id="{79499E78-F406-F453-8028-C41F40211097}"/>
              </a:ext>
            </a:extLst>
          </p:cNvPr>
          <p:cNvSpPr>
            <a:spLocks noGrp="1"/>
          </p:cNvSpPr>
          <p:nvPr>
            <p:ph type="sldNum" sz="quarter" idx="4"/>
          </p:nvPr>
        </p:nvSpPr>
        <p:spPr>
          <a:xfrm>
            <a:off x="8589364" y="4844446"/>
            <a:ext cx="517361" cy="273844"/>
          </a:xfrm>
        </p:spPr>
        <p:txBody>
          <a:bodyPr/>
          <a:lstStyle/>
          <a:p>
            <a:fld id="{93AC2C76-E6AA-46CB-A2DE-F6E097F7C440}" type="slidenum">
              <a:rPr lang="en-GB" sz="1100" smtClean="0"/>
              <a:pPr/>
              <a:t>11</a:t>
            </a:fld>
            <a:endParaRPr lang="en-GB" sz="1100"/>
          </a:p>
        </p:txBody>
      </p:sp>
      <p:pic>
        <p:nvPicPr>
          <p:cNvPr id="3" name="Picture 2">
            <a:extLst>
              <a:ext uri="{FF2B5EF4-FFF2-40B4-BE49-F238E27FC236}">
                <a16:creationId xmlns:a16="http://schemas.microsoft.com/office/drawing/2014/main" id="{2C6F0037-A968-CA90-6C58-C57A9986C7DE}"/>
              </a:ext>
            </a:extLst>
          </p:cNvPr>
          <p:cNvPicPr>
            <a:picLocks noChangeAspect="1"/>
          </p:cNvPicPr>
          <p:nvPr/>
        </p:nvPicPr>
        <p:blipFill>
          <a:blip r:embed="rId2"/>
          <a:stretch>
            <a:fillRect/>
          </a:stretch>
        </p:blipFill>
        <p:spPr>
          <a:xfrm>
            <a:off x="2517283" y="963386"/>
            <a:ext cx="6564164" cy="4087587"/>
          </a:xfrm>
          <a:prstGeom prst="rect">
            <a:avLst/>
          </a:prstGeom>
        </p:spPr>
      </p:pic>
    </p:spTree>
    <p:extLst>
      <p:ext uri="{BB962C8B-B14F-4D97-AF65-F5344CB8AC3E}">
        <p14:creationId xmlns:p14="http://schemas.microsoft.com/office/powerpoint/2010/main" val="1925791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C5579-DB5E-A2BB-6C50-8FECA6EFAB8B}"/>
              </a:ext>
            </a:extLst>
          </p:cNvPr>
          <p:cNvSpPr>
            <a:spLocks noGrp="1"/>
          </p:cNvSpPr>
          <p:nvPr>
            <p:ph type="title"/>
          </p:nvPr>
        </p:nvSpPr>
        <p:spPr/>
        <p:txBody>
          <a:bodyPr/>
          <a:lstStyle/>
          <a:p>
            <a:r>
              <a:rPr lang="en-US" dirty="0"/>
              <a:t>Banking &amp; Brokerages </a:t>
            </a:r>
            <a:r>
              <a:rPr lang="en-US">
                <a:solidFill>
                  <a:schemeClr val="accent1"/>
                </a:solidFill>
              </a:rPr>
              <a:t>– Core Personas (1 of 2)</a:t>
            </a:r>
            <a:endParaRPr lang="en-US" dirty="0">
              <a:solidFill>
                <a:schemeClr val="accent1"/>
              </a:solidFill>
            </a:endParaRPr>
          </a:p>
        </p:txBody>
      </p:sp>
      <p:sp>
        <p:nvSpPr>
          <p:cNvPr id="5" name="Slide Number Placeholder 2">
            <a:extLst>
              <a:ext uri="{FF2B5EF4-FFF2-40B4-BE49-F238E27FC236}">
                <a16:creationId xmlns:a16="http://schemas.microsoft.com/office/drawing/2014/main" id="{13F88245-D9A6-2929-F405-2517C26C03B8}"/>
              </a:ext>
            </a:extLst>
          </p:cNvPr>
          <p:cNvSpPr>
            <a:spLocks noGrp="1"/>
          </p:cNvSpPr>
          <p:nvPr>
            <p:ph type="sldNum" sz="quarter" idx="4"/>
          </p:nvPr>
        </p:nvSpPr>
        <p:spPr>
          <a:xfrm>
            <a:off x="8589364" y="4844446"/>
            <a:ext cx="517361" cy="273844"/>
          </a:xfrm>
        </p:spPr>
        <p:txBody>
          <a:bodyPr/>
          <a:lstStyle/>
          <a:p>
            <a:fld id="{93AC2C76-E6AA-46CB-A2DE-F6E097F7C440}" type="slidenum">
              <a:rPr lang="en-GB" sz="1100" smtClean="0"/>
              <a:pPr/>
              <a:t>12</a:t>
            </a:fld>
            <a:endParaRPr lang="en-GB" sz="1100"/>
          </a:p>
        </p:txBody>
      </p:sp>
      <p:sp>
        <p:nvSpPr>
          <p:cNvPr id="6" name="TextBox 5">
            <a:extLst>
              <a:ext uri="{FF2B5EF4-FFF2-40B4-BE49-F238E27FC236}">
                <a16:creationId xmlns:a16="http://schemas.microsoft.com/office/drawing/2014/main" id="{F73D2100-FF26-7366-C0BA-BDBF26871884}"/>
              </a:ext>
            </a:extLst>
          </p:cNvPr>
          <p:cNvSpPr txBox="1"/>
          <p:nvPr/>
        </p:nvSpPr>
        <p:spPr>
          <a:xfrm>
            <a:off x="106472" y="1390152"/>
            <a:ext cx="2303595" cy="2985433"/>
          </a:xfrm>
          <a:prstGeom prst="rect">
            <a:avLst/>
          </a:prstGeom>
          <a:solidFill>
            <a:schemeClr val="bg1"/>
          </a:solidFill>
        </p:spPr>
        <p:txBody>
          <a:bodyPr wrap="square" lIns="91440" tIns="45720" rIns="91440" bIns="45720" rtlCol="0" anchor="ctr">
            <a:spAutoFit/>
          </a:bodyPr>
          <a:lstStyle/>
          <a:p>
            <a:pPr>
              <a:spcAft>
                <a:spcPts val="600"/>
              </a:spcAft>
            </a:pPr>
            <a:r>
              <a:rPr lang="en-US" sz="1100" b="1">
                <a:solidFill>
                  <a:schemeClr val="accent1"/>
                </a:solidFill>
              </a:rPr>
              <a:t>(signed off, not yet in Salesforce)</a:t>
            </a:r>
            <a:endParaRPr lang="en-US">
              <a:solidFill>
                <a:schemeClr val="accent1"/>
              </a:solidFill>
            </a:endParaRPr>
          </a:p>
          <a:p>
            <a:pPr>
              <a:spcAft>
                <a:spcPts val="600"/>
              </a:spcAft>
            </a:pPr>
            <a:endParaRPr lang="en-US" sz="1100" dirty="0"/>
          </a:p>
          <a:p>
            <a:pPr>
              <a:spcAft>
                <a:spcPts val="600"/>
              </a:spcAft>
            </a:pPr>
            <a:r>
              <a:rPr lang="en-US" sz="1100" dirty="0"/>
              <a:t>This segment is complex with many Personas where we have relevant solutions, products and services to sell. </a:t>
            </a:r>
          </a:p>
          <a:p>
            <a:pPr>
              <a:spcAft>
                <a:spcPts val="600"/>
              </a:spcAft>
            </a:pPr>
            <a:r>
              <a:rPr lang="en-US" sz="1100" b="1" dirty="0">
                <a:solidFill>
                  <a:schemeClr val="accent1"/>
                </a:solidFill>
              </a:rPr>
              <a:t>Core Personas </a:t>
            </a:r>
            <a:r>
              <a:rPr lang="en-US" sz="1100" dirty="0"/>
              <a:t>are;</a:t>
            </a:r>
          </a:p>
          <a:p>
            <a:pPr marL="174625" indent="-174625">
              <a:spcAft>
                <a:spcPts val="600"/>
              </a:spcAft>
              <a:buFont typeface="+mj-lt"/>
              <a:buAutoNum type="arabicPeriod"/>
            </a:pPr>
            <a:r>
              <a:rPr lang="en-US" sz="1100" dirty="0"/>
              <a:t>Risk</a:t>
            </a:r>
          </a:p>
          <a:p>
            <a:pPr marL="174625" indent="-174625">
              <a:spcAft>
                <a:spcPts val="600"/>
              </a:spcAft>
              <a:buFont typeface="+mj-lt"/>
              <a:buAutoNum type="arabicPeriod"/>
            </a:pPr>
            <a:r>
              <a:rPr lang="en-US" sz="1100" dirty="0"/>
              <a:t>Capital Markets</a:t>
            </a:r>
          </a:p>
          <a:p>
            <a:pPr marL="174625" indent="-174625">
              <a:spcAft>
                <a:spcPts val="600"/>
              </a:spcAft>
              <a:buFont typeface="+mj-lt"/>
              <a:buAutoNum type="arabicPeriod"/>
            </a:pPr>
            <a:r>
              <a:rPr lang="en-US" sz="1100" dirty="0"/>
              <a:t>Sales &amp; Trading</a:t>
            </a:r>
          </a:p>
          <a:p>
            <a:pPr marL="174625" indent="-174625">
              <a:spcAft>
                <a:spcPts val="600"/>
              </a:spcAft>
              <a:buFont typeface="+mj-lt"/>
              <a:buAutoNum type="arabicPeriod"/>
            </a:pPr>
            <a:r>
              <a:rPr lang="en-US" sz="1100" dirty="0"/>
              <a:t>Market Making</a:t>
            </a:r>
          </a:p>
          <a:p>
            <a:pPr marL="174625" indent="-174625">
              <a:spcAft>
                <a:spcPts val="600"/>
              </a:spcAft>
              <a:buFont typeface="+mj-lt"/>
              <a:buAutoNum type="arabicPeriod"/>
            </a:pPr>
            <a:r>
              <a:rPr lang="en-US" sz="1100" dirty="0"/>
              <a:t>Prime Brokerage</a:t>
            </a:r>
          </a:p>
          <a:p>
            <a:pPr>
              <a:spcAft>
                <a:spcPts val="600"/>
              </a:spcAft>
            </a:pPr>
            <a:endParaRPr lang="en-US" sz="1100" dirty="0"/>
          </a:p>
        </p:txBody>
      </p:sp>
      <p:pic>
        <p:nvPicPr>
          <p:cNvPr id="4" name="Picture 3" descr="A screenshot of a business unit&#10;&#10;AI-generated content may be incorrect.">
            <a:extLst>
              <a:ext uri="{FF2B5EF4-FFF2-40B4-BE49-F238E27FC236}">
                <a16:creationId xmlns:a16="http://schemas.microsoft.com/office/drawing/2014/main" id="{3440DD6D-6C10-DFC7-DA8A-CEC7F43C95C9}"/>
              </a:ext>
            </a:extLst>
          </p:cNvPr>
          <p:cNvPicPr>
            <a:picLocks noChangeAspect="1"/>
          </p:cNvPicPr>
          <p:nvPr/>
        </p:nvPicPr>
        <p:blipFill>
          <a:blip r:embed="rId2"/>
          <a:stretch>
            <a:fillRect/>
          </a:stretch>
        </p:blipFill>
        <p:spPr>
          <a:xfrm>
            <a:off x="2847674" y="963385"/>
            <a:ext cx="4510009" cy="4169230"/>
          </a:xfrm>
          <a:prstGeom prst="rect">
            <a:avLst/>
          </a:prstGeom>
        </p:spPr>
      </p:pic>
    </p:spTree>
    <p:extLst>
      <p:ext uri="{BB962C8B-B14F-4D97-AF65-F5344CB8AC3E}">
        <p14:creationId xmlns:p14="http://schemas.microsoft.com/office/powerpoint/2010/main" val="4112458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FFF8F-6371-D12C-C8F2-B11120C0CA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4AD48-E51E-A473-10F4-AB29743F9E13}"/>
              </a:ext>
            </a:extLst>
          </p:cNvPr>
          <p:cNvSpPr>
            <a:spLocks noGrp="1"/>
          </p:cNvSpPr>
          <p:nvPr>
            <p:ph type="title"/>
          </p:nvPr>
        </p:nvSpPr>
        <p:spPr/>
        <p:txBody>
          <a:bodyPr/>
          <a:lstStyle/>
          <a:p>
            <a:r>
              <a:rPr lang="en-US" dirty="0"/>
              <a:t>Banking &amp; Brokerages </a:t>
            </a:r>
            <a:r>
              <a:rPr lang="en-US">
                <a:solidFill>
                  <a:schemeClr val="accent1"/>
                </a:solidFill>
              </a:rPr>
              <a:t>– Core Personas (2 of 2)</a:t>
            </a:r>
            <a:endParaRPr lang="en-US" dirty="0">
              <a:solidFill>
                <a:schemeClr val="accent1"/>
              </a:solidFill>
            </a:endParaRPr>
          </a:p>
        </p:txBody>
      </p:sp>
      <p:sp>
        <p:nvSpPr>
          <p:cNvPr id="5" name="Slide Number Placeholder 2">
            <a:extLst>
              <a:ext uri="{FF2B5EF4-FFF2-40B4-BE49-F238E27FC236}">
                <a16:creationId xmlns:a16="http://schemas.microsoft.com/office/drawing/2014/main" id="{09C5269A-79AB-948C-FA57-52A6DF5F7A51}"/>
              </a:ext>
            </a:extLst>
          </p:cNvPr>
          <p:cNvSpPr>
            <a:spLocks noGrp="1"/>
          </p:cNvSpPr>
          <p:nvPr>
            <p:ph type="sldNum" sz="quarter" idx="4"/>
          </p:nvPr>
        </p:nvSpPr>
        <p:spPr>
          <a:xfrm>
            <a:off x="8589364" y="4844446"/>
            <a:ext cx="517361" cy="273844"/>
          </a:xfrm>
        </p:spPr>
        <p:txBody>
          <a:bodyPr/>
          <a:lstStyle/>
          <a:p>
            <a:fld id="{93AC2C76-E6AA-46CB-A2DE-F6E097F7C440}" type="slidenum">
              <a:rPr lang="en-GB" sz="1100" smtClean="0"/>
              <a:pPr/>
              <a:t>13</a:t>
            </a:fld>
            <a:endParaRPr lang="en-GB" sz="1100"/>
          </a:p>
        </p:txBody>
      </p:sp>
      <p:pic>
        <p:nvPicPr>
          <p:cNvPr id="3" name="Picture 2" descr="A screenshot of a computer&#10;&#10;AI-generated content may be incorrect.">
            <a:extLst>
              <a:ext uri="{FF2B5EF4-FFF2-40B4-BE49-F238E27FC236}">
                <a16:creationId xmlns:a16="http://schemas.microsoft.com/office/drawing/2014/main" id="{BF541D37-2798-2345-FC3A-D1B9AE1AE6CE}"/>
              </a:ext>
            </a:extLst>
          </p:cNvPr>
          <p:cNvPicPr>
            <a:picLocks noChangeAspect="1"/>
          </p:cNvPicPr>
          <p:nvPr/>
        </p:nvPicPr>
        <p:blipFill>
          <a:blip r:embed="rId2"/>
          <a:stretch>
            <a:fillRect/>
          </a:stretch>
        </p:blipFill>
        <p:spPr>
          <a:xfrm>
            <a:off x="144056" y="930728"/>
            <a:ext cx="4278447" cy="4174673"/>
          </a:xfrm>
          <a:prstGeom prst="rect">
            <a:avLst/>
          </a:prstGeom>
        </p:spPr>
      </p:pic>
      <p:pic>
        <p:nvPicPr>
          <p:cNvPr id="6" name="Picture 5">
            <a:extLst>
              <a:ext uri="{FF2B5EF4-FFF2-40B4-BE49-F238E27FC236}">
                <a16:creationId xmlns:a16="http://schemas.microsoft.com/office/drawing/2014/main" id="{0301EB08-7041-5517-24AD-2293DFB2E2E9}"/>
              </a:ext>
            </a:extLst>
          </p:cNvPr>
          <p:cNvPicPr>
            <a:picLocks noChangeAspect="1"/>
          </p:cNvPicPr>
          <p:nvPr/>
        </p:nvPicPr>
        <p:blipFill>
          <a:blip r:embed="rId3"/>
          <a:stretch>
            <a:fillRect/>
          </a:stretch>
        </p:blipFill>
        <p:spPr>
          <a:xfrm>
            <a:off x="4817481" y="930728"/>
            <a:ext cx="3770795" cy="4218215"/>
          </a:xfrm>
          <a:prstGeom prst="rect">
            <a:avLst/>
          </a:prstGeom>
        </p:spPr>
      </p:pic>
    </p:spTree>
    <p:extLst>
      <p:ext uri="{BB962C8B-B14F-4D97-AF65-F5344CB8AC3E}">
        <p14:creationId xmlns:p14="http://schemas.microsoft.com/office/powerpoint/2010/main" val="121778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01997-DC38-F10E-AC3C-E31F1C91CDB6}"/>
              </a:ext>
            </a:extLst>
          </p:cNvPr>
          <p:cNvSpPr>
            <a:spLocks noGrp="1"/>
          </p:cNvSpPr>
          <p:nvPr>
            <p:ph type="title"/>
          </p:nvPr>
        </p:nvSpPr>
        <p:spPr/>
        <p:txBody>
          <a:bodyPr/>
          <a:lstStyle/>
          <a:p>
            <a:r>
              <a:rPr lang="en-US"/>
              <a:t>Insurance Companies </a:t>
            </a:r>
            <a:r>
              <a:rPr lang="en-US">
                <a:solidFill>
                  <a:schemeClr val="accent1"/>
                </a:solidFill>
              </a:rPr>
              <a:t>– Core Personas</a:t>
            </a:r>
          </a:p>
        </p:txBody>
      </p:sp>
      <p:sp>
        <p:nvSpPr>
          <p:cNvPr id="6" name="Slide Number Placeholder 2">
            <a:extLst>
              <a:ext uri="{FF2B5EF4-FFF2-40B4-BE49-F238E27FC236}">
                <a16:creationId xmlns:a16="http://schemas.microsoft.com/office/drawing/2014/main" id="{C5525BB4-028D-E24B-8D94-2226E4BBC339}"/>
              </a:ext>
            </a:extLst>
          </p:cNvPr>
          <p:cNvSpPr>
            <a:spLocks noGrp="1"/>
          </p:cNvSpPr>
          <p:nvPr>
            <p:ph type="sldNum" sz="quarter" idx="4"/>
          </p:nvPr>
        </p:nvSpPr>
        <p:spPr>
          <a:xfrm>
            <a:off x="8589364" y="4844446"/>
            <a:ext cx="517361" cy="273844"/>
          </a:xfrm>
        </p:spPr>
        <p:txBody>
          <a:bodyPr/>
          <a:lstStyle/>
          <a:p>
            <a:fld id="{93AC2C76-E6AA-46CB-A2DE-F6E097F7C440}" type="slidenum">
              <a:rPr lang="en-GB" sz="1100" smtClean="0"/>
              <a:pPr/>
              <a:t>14</a:t>
            </a:fld>
            <a:endParaRPr lang="en-GB" sz="1100"/>
          </a:p>
        </p:txBody>
      </p:sp>
      <p:sp>
        <p:nvSpPr>
          <p:cNvPr id="7" name="TextBox 6">
            <a:extLst>
              <a:ext uri="{FF2B5EF4-FFF2-40B4-BE49-F238E27FC236}">
                <a16:creationId xmlns:a16="http://schemas.microsoft.com/office/drawing/2014/main" id="{A04E2868-509C-DCBC-A0EA-A3A4BC2F6F26}"/>
              </a:ext>
            </a:extLst>
          </p:cNvPr>
          <p:cNvSpPr txBox="1"/>
          <p:nvPr/>
        </p:nvSpPr>
        <p:spPr>
          <a:xfrm>
            <a:off x="175365" y="1175613"/>
            <a:ext cx="2643134" cy="3570208"/>
          </a:xfrm>
          <a:prstGeom prst="rect">
            <a:avLst/>
          </a:prstGeom>
          <a:solidFill>
            <a:schemeClr val="bg1"/>
          </a:solidFill>
        </p:spPr>
        <p:txBody>
          <a:bodyPr wrap="square" lIns="91440" tIns="45720" rIns="91440" bIns="45720" rtlCol="0" anchor="ctr">
            <a:spAutoFit/>
          </a:bodyPr>
          <a:lstStyle/>
          <a:p>
            <a:pPr>
              <a:spcAft>
                <a:spcPts val="600"/>
              </a:spcAft>
            </a:pPr>
            <a:r>
              <a:rPr lang="en-US" sz="1100" b="1">
                <a:solidFill>
                  <a:schemeClr val="accent1"/>
                </a:solidFill>
              </a:rPr>
              <a:t>(signed off, not yet in Salesforce) </a:t>
            </a:r>
            <a:endParaRPr lang="en-US" sz="1100">
              <a:solidFill>
                <a:schemeClr val="accent1"/>
              </a:solidFill>
            </a:endParaRPr>
          </a:p>
          <a:p>
            <a:pPr>
              <a:spcAft>
                <a:spcPts val="600"/>
              </a:spcAft>
            </a:pPr>
            <a:endParaRPr lang="en-US" sz="1100" dirty="0"/>
          </a:p>
          <a:p>
            <a:pPr>
              <a:spcAft>
                <a:spcPts val="600"/>
              </a:spcAft>
            </a:pPr>
            <a:r>
              <a:rPr lang="en-US" sz="1100" dirty="0"/>
              <a:t>This is a Segment where we have limited expertise and fully </a:t>
            </a:r>
            <a:r>
              <a:rPr lang="en-US" sz="1100" i="1" dirty="0"/>
              <a:t>fit-for-purpose </a:t>
            </a:r>
            <a:r>
              <a:rPr lang="en-US" sz="1100" dirty="0"/>
              <a:t>products &amp; solutions. </a:t>
            </a:r>
          </a:p>
          <a:p>
            <a:pPr>
              <a:spcAft>
                <a:spcPts val="600"/>
              </a:spcAft>
            </a:pPr>
            <a:r>
              <a:rPr lang="en-US" sz="1100" dirty="0"/>
              <a:t>We have classified the Personas to the best of our current knowledge;</a:t>
            </a:r>
          </a:p>
          <a:p>
            <a:pPr>
              <a:spcAft>
                <a:spcPts val="600"/>
              </a:spcAft>
            </a:pPr>
            <a:r>
              <a:rPr lang="en-US" sz="1100" dirty="0"/>
              <a:t>We expect to see changes in the persona categorization and prioritization as we gain expertise.</a:t>
            </a:r>
          </a:p>
          <a:p>
            <a:pPr>
              <a:spcAft>
                <a:spcPts val="600"/>
              </a:spcAft>
            </a:pPr>
            <a:r>
              <a:rPr lang="en-US" sz="1100" b="1" dirty="0">
                <a:solidFill>
                  <a:schemeClr val="accent1"/>
                </a:solidFill>
              </a:rPr>
              <a:t>Core Personas </a:t>
            </a:r>
            <a:r>
              <a:rPr lang="en-US" sz="1100" dirty="0"/>
              <a:t>are;</a:t>
            </a:r>
          </a:p>
          <a:p>
            <a:pPr marL="228600" indent="-228600">
              <a:spcAft>
                <a:spcPts val="600"/>
              </a:spcAft>
              <a:buFont typeface="+mj-lt"/>
              <a:buAutoNum type="arabicPeriod"/>
            </a:pPr>
            <a:r>
              <a:rPr lang="en-US" sz="1100" dirty="0"/>
              <a:t>Asset Allocation</a:t>
            </a:r>
          </a:p>
          <a:p>
            <a:pPr marL="228600" indent="-228600">
              <a:spcAft>
                <a:spcPts val="600"/>
              </a:spcAft>
              <a:buFont typeface="+mj-lt"/>
              <a:buAutoNum type="arabicPeriod"/>
            </a:pPr>
            <a:r>
              <a:rPr lang="en-US" sz="1100" dirty="0"/>
              <a:t>Risk &amp; Performance</a:t>
            </a:r>
          </a:p>
          <a:p>
            <a:pPr marL="228600" indent="-228600">
              <a:spcAft>
                <a:spcPts val="600"/>
              </a:spcAft>
              <a:buFont typeface="+mj-lt"/>
              <a:buAutoNum type="arabicPeriod"/>
            </a:pPr>
            <a:r>
              <a:rPr lang="en-US" sz="1100" dirty="0"/>
              <a:t>Sustainability Specialists</a:t>
            </a:r>
          </a:p>
          <a:p>
            <a:pPr marL="228600" indent="-228600">
              <a:spcAft>
                <a:spcPts val="600"/>
              </a:spcAft>
              <a:buFont typeface="+mj-lt"/>
              <a:buAutoNum type="arabicPeriod"/>
            </a:pPr>
            <a:r>
              <a:rPr lang="en-US" sz="1100" dirty="0"/>
              <a:t>Manager Research</a:t>
            </a:r>
          </a:p>
          <a:p>
            <a:pPr>
              <a:spcAft>
                <a:spcPts val="600"/>
              </a:spcAft>
            </a:pPr>
            <a:endParaRPr lang="en-US" sz="1100" dirty="0"/>
          </a:p>
        </p:txBody>
      </p:sp>
      <p:pic>
        <p:nvPicPr>
          <p:cNvPr id="4" name="Picture 3" descr="A screenshot of a computer&#10;&#10;AI-generated content may be incorrect.">
            <a:extLst>
              <a:ext uri="{FF2B5EF4-FFF2-40B4-BE49-F238E27FC236}">
                <a16:creationId xmlns:a16="http://schemas.microsoft.com/office/drawing/2014/main" id="{4682B4C5-B61B-D614-9798-0CB19CAD1DAF}"/>
              </a:ext>
            </a:extLst>
          </p:cNvPr>
          <p:cNvPicPr>
            <a:picLocks noChangeAspect="1"/>
          </p:cNvPicPr>
          <p:nvPr/>
        </p:nvPicPr>
        <p:blipFill>
          <a:blip r:embed="rId2"/>
          <a:stretch>
            <a:fillRect/>
          </a:stretch>
        </p:blipFill>
        <p:spPr>
          <a:xfrm>
            <a:off x="3551034" y="930729"/>
            <a:ext cx="4850445" cy="4218215"/>
          </a:xfrm>
          <a:prstGeom prst="rect">
            <a:avLst/>
          </a:prstGeom>
        </p:spPr>
      </p:pic>
    </p:spTree>
    <p:extLst>
      <p:ext uri="{BB962C8B-B14F-4D97-AF65-F5344CB8AC3E}">
        <p14:creationId xmlns:p14="http://schemas.microsoft.com/office/powerpoint/2010/main" val="3939201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6B593-F088-B5EC-32C3-BD844FA92838}"/>
              </a:ext>
            </a:extLst>
          </p:cNvPr>
          <p:cNvSpPr>
            <a:spLocks noGrp="1"/>
          </p:cNvSpPr>
          <p:nvPr>
            <p:ph type="title"/>
          </p:nvPr>
        </p:nvSpPr>
        <p:spPr/>
        <p:txBody>
          <a:bodyPr/>
          <a:lstStyle/>
          <a:p>
            <a:r>
              <a:rPr lang="en-US" dirty="0"/>
              <a:t>Exchanges &amp; Vendors </a:t>
            </a:r>
            <a:r>
              <a:rPr lang="en-US" dirty="0">
                <a:solidFill>
                  <a:schemeClr val="accent1"/>
                </a:solidFill>
              </a:rPr>
              <a:t>– Core Personas</a:t>
            </a:r>
            <a:endParaRPr lang="en-US" dirty="0"/>
          </a:p>
        </p:txBody>
      </p:sp>
      <p:sp>
        <p:nvSpPr>
          <p:cNvPr id="5" name="Slide Number Placeholder 2">
            <a:extLst>
              <a:ext uri="{FF2B5EF4-FFF2-40B4-BE49-F238E27FC236}">
                <a16:creationId xmlns:a16="http://schemas.microsoft.com/office/drawing/2014/main" id="{B6601C75-F0A6-AE98-8312-68480C8F96F7}"/>
              </a:ext>
            </a:extLst>
          </p:cNvPr>
          <p:cNvSpPr>
            <a:spLocks noGrp="1"/>
          </p:cNvSpPr>
          <p:nvPr>
            <p:ph type="sldNum" sz="quarter" idx="4"/>
          </p:nvPr>
        </p:nvSpPr>
        <p:spPr>
          <a:xfrm>
            <a:off x="8589364" y="4844446"/>
            <a:ext cx="517361" cy="273844"/>
          </a:xfrm>
        </p:spPr>
        <p:txBody>
          <a:bodyPr/>
          <a:lstStyle/>
          <a:p>
            <a:fld id="{93AC2C76-E6AA-46CB-A2DE-F6E097F7C440}" type="slidenum">
              <a:rPr lang="en-GB" sz="1100" smtClean="0"/>
              <a:pPr/>
              <a:t>15</a:t>
            </a:fld>
            <a:endParaRPr lang="en-GB" sz="1100"/>
          </a:p>
        </p:txBody>
      </p:sp>
      <p:sp>
        <p:nvSpPr>
          <p:cNvPr id="3" name="TextBox 2">
            <a:extLst>
              <a:ext uri="{FF2B5EF4-FFF2-40B4-BE49-F238E27FC236}">
                <a16:creationId xmlns:a16="http://schemas.microsoft.com/office/drawing/2014/main" id="{BF1F8473-5A9A-F2BB-E391-1B95857EB1E7}"/>
              </a:ext>
            </a:extLst>
          </p:cNvPr>
          <p:cNvSpPr txBox="1"/>
          <p:nvPr/>
        </p:nvSpPr>
        <p:spPr>
          <a:xfrm>
            <a:off x="243318" y="1850566"/>
            <a:ext cx="2414048" cy="1831271"/>
          </a:xfrm>
          <a:prstGeom prst="rect">
            <a:avLst/>
          </a:prstGeom>
          <a:solidFill>
            <a:schemeClr val="bg1"/>
          </a:solidFill>
        </p:spPr>
        <p:txBody>
          <a:bodyPr wrap="square" lIns="91440" tIns="45720" rIns="91440" bIns="45720" rtlCol="0" anchor="ctr">
            <a:spAutoFit/>
          </a:bodyPr>
          <a:lstStyle/>
          <a:p>
            <a:pPr>
              <a:spcAft>
                <a:spcPts val="600"/>
              </a:spcAft>
            </a:pPr>
            <a:r>
              <a:rPr lang="en-US" sz="1100" b="1">
                <a:solidFill>
                  <a:schemeClr val="accent1"/>
                </a:solidFill>
              </a:rPr>
              <a:t>(signed off, not yet in Salesforce) </a:t>
            </a:r>
          </a:p>
          <a:p>
            <a:pPr>
              <a:spcAft>
                <a:spcPts val="600"/>
              </a:spcAft>
            </a:pPr>
            <a:endParaRPr lang="en-US" sz="1100" b="1" dirty="0"/>
          </a:p>
          <a:p>
            <a:pPr>
              <a:spcAft>
                <a:spcPts val="600"/>
              </a:spcAft>
            </a:pPr>
            <a:r>
              <a:rPr lang="en-US" sz="1100" b="1" dirty="0">
                <a:solidFill>
                  <a:schemeClr val="accent1"/>
                </a:solidFill>
              </a:rPr>
              <a:t>Core Personas </a:t>
            </a:r>
            <a:r>
              <a:rPr lang="en-US" sz="1100" dirty="0"/>
              <a:t>are;</a:t>
            </a:r>
          </a:p>
          <a:p>
            <a:pPr marL="174625" indent="-174625">
              <a:spcAft>
                <a:spcPts val="600"/>
              </a:spcAft>
              <a:buAutoNum type="arabicPeriod"/>
            </a:pPr>
            <a:r>
              <a:rPr lang="en-US" sz="1100"/>
              <a:t>Head of Analytics</a:t>
            </a:r>
            <a:endParaRPr lang="en-US"/>
          </a:p>
          <a:p>
            <a:pPr marL="174625" indent="-174625">
              <a:spcAft>
                <a:spcPts val="600"/>
              </a:spcAft>
              <a:buAutoNum type="arabicPeriod"/>
            </a:pPr>
            <a:r>
              <a:rPr lang="en-US" sz="1100" dirty="0"/>
              <a:t>Head of Product / </a:t>
            </a:r>
            <a:r>
              <a:rPr lang="en-US" sz="1100"/>
              <a:t>Product Management</a:t>
            </a:r>
            <a:endParaRPr lang="en-US" sz="1100" dirty="0">
              <a:ea typeface="Roboto"/>
              <a:cs typeface="Roboto"/>
            </a:endParaRPr>
          </a:p>
          <a:p>
            <a:pPr marL="174625" indent="-174625">
              <a:spcAft>
                <a:spcPts val="600"/>
              </a:spcAft>
              <a:buFont typeface="+mj-lt"/>
              <a:buAutoNum type="arabicPeriod"/>
            </a:pPr>
            <a:r>
              <a:rPr lang="en-US" sz="1100" dirty="0">
                <a:ea typeface="Roboto"/>
                <a:cs typeface="Roboto"/>
              </a:rPr>
              <a:t>Head of Index / </a:t>
            </a:r>
            <a:r>
              <a:rPr lang="en-US" sz="1100">
                <a:ea typeface="Roboto"/>
                <a:cs typeface="Roboto"/>
              </a:rPr>
              <a:t>Benchmarked</a:t>
            </a:r>
            <a:r>
              <a:rPr lang="en-US" sz="1100" dirty="0">
                <a:ea typeface="Roboto"/>
                <a:cs typeface="Roboto"/>
              </a:rPr>
              <a:t> Products</a:t>
            </a:r>
          </a:p>
        </p:txBody>
      </p:sp>
      <p:pic>
        <p:nvPicPr>
          <p:cNvPr id="6" name="Picture 5" descr="A table with text on it&#10;&#10;AI-generated content may be incorrect.">
            <a:extLst>
              <a:ext uri="{FF2B5EF4-FFF2-40B4-BE49-F238E27FC236}">
                <a16:creationId xmlns:a16="http://schemas.microsoft.com/office/drawing/2014/main" id="{27DEFDC1-B2A4-9F20-468C-3CD85CA193A4}"/>
              </a:ext>
            </a:extLst>
          </p:cNvPr>
          <p:cNvPicPr>
            <a:picLocks noChangeAspect="1"/>
          </p:cNvPicPr>
          <p:nvPr/>
        </p:nvPicPr>
        <p:blipFill>
          <a:blip r:embed="rId2"/>
          <a:stretch>
            <a:fillRect/>
          </a:stretch>
        </p:blipFill>
        <p:spPr>
          <a:xfrm>
            <a:off x="2910893" y="947057"/>
            <a:ext cx="5940228" cy="4196444"/>
          </a:xfrm>
          <a:prstGeom prst="rect">
            <a:avLst/>
          </a:prstGeom>
        </p:spPr>
      </p:pic>
    </p:spTree>
    <p:extLst>
      <p:ext uri="{BB962C8B-B14F-4D97-AF65-F5344CB8AC3E}">
        <p14:creationId xmlns:p14="http://schemas.microsoft.com/office/powerpoint/2010/main" val="2201748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A71DC-5EBD-4405-B229-565C47F53443}"/>
              </a:ext>
            </a:extLst>
          </p:cNvPr>
          <p:cNvSpPr>
            <a:spLocks noGrp="1"/>
          </p:cNvSpPr>
          <p:nvPr>
            <p:ph type="title"/>
          </p:nvPr>
        </p:nvSpPr>
        <p:spPr/>
        <p:txBody>
          <a:bodyPr/>
          <a:lstStyle/>
          <a:p>
            <a:r>
              <a:rPr lang="en-US"/>
              <a:t>Notice and disclaimer</a:t>
            </a:r>
          </a:p>
        </p:txBody>
      </p:sp>
      <p:sp>
        <p:nvSpPr>
          <p:cNvPr id="10" name="Content Placeholder 9">
            <a:extLst>
              <a:ext uri="{FF2B5EF4-FFF2-40B4-BE49-F238E27FC236}">
                <a16:creationId xmlns:a16="http://schemas.microsoft.com/office/drawing/2014/main" id="{CFB83AE0-0174-DF4F-891C-4507F99B9EA1}"/>
              </a:ext>
            </a:extLst>
          </p:cNvPr>
          <p:cNvSpPr>
            <a:spLocks noGrp="1"/>
          </p:cNvSpPr>
          <p:nvPr>
            <p:ph idx="1"/>
          </p:nvPr>
        </p:nvSpPr>
        <p:spPr>
          <a:xfrm>
            <a:off x="285750" y="943161"/>
            <a:ext cx="8568191" cy="3608364"/>
          </a:xfrm>
        </p:spPr>
        <p:txBody>
          <a:bodyPr>
            <a:noAutofit/>
          </a:bodyPr>
          <a:lstStyle/>
          <a:p>
            <a:pPr marL="0" indent="0">
              <a:spcBef>
                <a:spcPts val="300"/>
              </a:spcBef>
              <a:buNone/>
            </a:pPr>
            <a:r>
              <a:rPr lang="en-US" sz="550"/>
              <a:t>This document and all of the information contained in it, including without limitation all text, data, graphs, charts (collectively, the “Information”) is the property of MSCI Inc. or its subsidiaries (collectively, “MSCI”), or MSCI’s licensors, direct or indirect suppliers or any third party involved in making or compiling any Information (collectively, with MSCI, the “Information Providers”) and is provided for informational purposes only.  The Information may not be modified, reverse-engineered, reproduced or </a:t>
            </a:r>
            <a:r>
              <a:rPr lang="en-US" sz="550" err="1"/>
              <a:t>redisseminated</a:t>
            </a:r>
            <a:r>
              <a:rPr lang="en-US" sz="550"/>
              <a:t> in whole or in part without prior written permission from MSCI. </a:t>
            </a:r>
            <a:r>
              <a:rPr lang="en-GB" sz="550"/>
              <a:t>All rights in the Information are reserved by MSCI and/or its Information Providers.</a:t>
            </a:r>
            <a:endParaRPr lang="en-US" sz="550"/>
          </a:p>
          <a:p>
            <a:pPr marL="0" indent="0">
              <a:spcBef>
                <a:spcPts val="300"/>
              </a:spcBef>
              <a:buNone/>
            </a:pPr>
            <a:r>
              <a:rPr lang="en-US" sz="550"/>
              <a:t>The Information may not be used to create derivative works or to verify or correct other data or information.   For example (but without limitation), the Information may not be used to create indexes, databases, risk models, analytics, software, or in connection with the issuing, offering, sponsoring, managing or marketing of any securities, portfolios, financial products or other investment vehicles utilizing or based on, linked to, tracking or otherwise derived from the Information or any other MSCI data, information, products or services.  </a:t>
            </a:r>
          </a:p>
          <a:p>
            <a:pPr marL="0" indent="0">
              <a:spcBef>
                <a:spcPts val="300"/>
              </a:spcBef>
              <a:buNone/>
            </a:pPr>
            <a:r>
              <a:rPr lang="en-US" sz="550"/>
              <a:t>The user of the Information assumes the entire risk of any use it may make or permit to be made of the Information.  NONE OF THE INFORMATION PROVIDERS MAKES ANY EXPRESS OR IMPLIED WARRANTIES OR REPRESENTATIONS WITH RESPECT TO THE INFORMATION (OR THE RESULTS TO BE OBTAINED BY THE USE THEREOF), AND TO THE MAXIMUM EXTENT PERMITTED BY APPLICABLE LAW, EACH INFORMATION PROVIDER EXPRESSLY DISCLAIMS ALL IMPLIED WARRANTIES (INCLUDING, WITHOUT LIMITATION, ANY IMPLIED WARRANTIES OF ORIGINALITY, ACCURACY, TIMELINESS, NON-INFRINGEMENT, COMPLETENESS, MERCHANTABILITY AND FITNESS FOR A PARTICULAR PURPOSE) WITH RESPECT TO ANY OF THE INFORMATION.</a:t>
            </a:r>
          </a:p>
          <a:p>
            <a:pPr marL="0" indent="0">
              <a:spcBef>
                <a:spcPts val="300"/>
              </a:spcBef>
              <a:buNone/>
            </a:pPr>
            <a:r>
              <a:rPr lang="en-US" sz="550"/>
              <a:t>Without limiting any of the foregoing and to the maximum extent permitted by applicable law, in no event shall any Information Provider have any liability regarding any of the Information for any direct, indirect, special, punitive, consequential (including lost profits) or any other damages even if notified of the possibility of such damages. The foregoing shall not exclude or limit any liability that may not by applicable law be excluded or limited, including without limitation (as applicable), any liability for death or personal injury to the extent that such injury results from the negligence or willful default of itself, its servants, agents or sub-contractors.  </a:t>
            </a:r>
          </a:p>
          <a:p>
            <a:pPr marL="0" indent="0">
              <a:spcBef>
                <a:spcPts val="300"/>
              </a:spcBef>
              <a:buNone/>
            </a:pPr>
            <a:r>
              <a:rPr lang="en-US" sz="550"/>
              <a:t>Information containing any historical information, data or analysis should not be taken as an indication or guarantee of any future performance, analysis, forecast or prediction.  Past performance does not guarantee future results.  </a:t>
            </a:r>
          </a:p>
          <a:p>
            <a:pPr marL="0" indent="0">
              <a:spcBef>
                <a:spcPts val="300"/>
              </a:spcBef>
              <a:buNone/>
            </a:pPr>
            <a:r>
              <a:rPr lang="en-US" sz="550"/>
              <a:t>The Information should not be relied on and is not a substitute for the skill, judgment and experience of the user, its management, employees, advisors and/or clients when making investment and other business decisions.  All Information is impersonal and not tailored to the needs of any person, entity or group of persons.</a:t>
            </a:r>
          </a:p>
          <a:p>
            <a:pPr marL="0" indent="0">
              <a:spcBef>
                <a:spcPts val="300"/>
              </a:spcBef>
              <a:buNone/>
            </a:pPr>
            <a:r>
              <a:rPr lang="en-US" sz="550"/>
              <a:t>None of the Information constitutes an offer to sell (or a solicitation of an offer to buy), any security, financial product or other investment vehicle or any trading strategy. </a:t>
            </a:r>
          </a:p>
          <a:p>
            <a:pPr marL="0" indent="0">
              <a:spcBef>
                <a:spcPts val="300"/>
              </a:spcBef>
              <a:buNone/>
            </a:pPr>
            <a:r>
              <a:rPr lang="en-US" sz="550"/>
              <a:t>It is not possible to invest directly in an index.  Exposure to an asset class or trading strategy or other category represented by an index is only available through third party investable instruments (if any) based on that index.   MSCI does not issue, sponsor, endorse, market, offer, review or otherwise express any opinion regarding any fund, ETF, derivative or other security, investment, financial product or trading strategy that is based on, linked to or seeks to provide an investment return related to the performance of any MSCI index (collectively, “Index Linked Investments”). MSCI makes no assurance that any Index Linked Investments will accurately track index performance or provide positive investment returns.  MSCI Inc. is not an investment adviser or fiduciary and MSCI makes no representation regarding the advisability of investing in any Index Linked Investments.</a:t>
            </a:r>
          </a:p>
          <a:p>
            <a:pPr marL="0" indent="0">
              <a:spcBef>
                <a:spcPts val="300"/>
              </a:spcBef>
              <a:buNone/>
            </a:pPr>
            <a:r>
              <a:rPr lang="en-US" sz="550"/>
              <a:t>Index returns do not represent the results of actual trading of investible assets/securities. MSCI maintains and calculates indexes, but does not manage actual assets. Index returns do not reflect payment of any sales charges or fees an investor may pay to purchase the securities underlying the index or Index Linked Investments. The imposition of these fees and charges would cause the performance of an Index Linked Investment to be different than the MSCI index performance.</a:t>
            </a:r>
          </a:p>
          <a:p>
            <a:pPr marL="0" indent="0">
              <a:spcBef>
                <a:spcPts val="300"/>
              </a:spcBef>
              <a:buNone/>
            </a:pPr>
            <a:r>
              <a:rPr lang="en-US" sz="550"/>
              <a:t>The Information may contain back tested data.  Back-tested performance is not actual performance, but is hypothetical.  There are frequently material differences between back tested performance results and actual results subsequently achieved by any investment strategy.  </a:t>
            </a:r>
          </a:p>
          <a:p>
            <a:pPr marL="0" indent="0">
              <a:spcBef>
                <a:spcPts val="300"/>
              </a:spcBef>
              <a:buNone/>
            </a:pPr>
            <a:r>
              <a:rPr lang="en-US" sz="550"/>
              <a:t>Constituents of MSCI equity indexes are listed companies, which are included in or excluded from the indexes according to the application of the relevant index methodologies. Accordingly, constituents in MSCI equity indexes may include MSCI Inc., clients of MSCI or suppliers to MSCI.  Inclusion of a security within an MSCI index is not a recommendation by MSCI to buy, sell, or hold such security, nor is it considered to be investment advice.</a:t>
            </a:r>
          </a:p>
          <a:p>
            <a:pPr marL="0" indent="0">
              <a:spcBef>
                <a:spcPts val="300"/>
              </a:spcBef>
              <a:buNone/>
            </a:pPr>
            <a:r>
              <a:rPr lang="en-US" sz="550"/>
              <a:t>Data and information produced by various affiliates of MSCI Inc., including MSCI ESG Research LLC and Barra LLC, may be used in calculating certain MSCI indexes.  More information can be found in the relevant index methodologies on </a:t>
            </a:r>
            <a:r>
              <a:rPr lang="en-US" sz="550" err="1"/>
              <a:t>www.msci.com</a:t>
            </a:r>
            <a:r>
              <a:rPr lang="en-US" sz="550"/>
              <a:t>. </a:t>
            </a:r>
          </a:p>
          <a:p>
            <a:pPr marL="0" indent="0">
              <a:spcBef>
                <a:spcPts val="300"/>
              </a:spcBef>
              <a:buNone/>
            </a:pPr>
            <a:r>
              <a:rPr lang="en-US" sz="550"/>
              <a:t>MSCI receives compensation in connection with licensing its indexes to third parties.  MSCI Inc.’s revenue includes fees based on assets in Index Linked Investments. Information can be found in MSCI Inc.’s company filings on the Investor Relations section of </a:t>
            </a:r>
            <a:r>
              <a:rPr lang="en-US" sz="550" err="1"/>
              <a:t>www.msci.com</a:t>
            </a:r>
            <a:r>
              <a:rPr lang="en-US" sz="550"/>
              <a:t>.</a:t>
            </a:r>
          </a:p>
          <a:p>
            <a:pPr marL="0" indent="0">
              <a:spcBef>
                <a:spcPts val="300"/>
              </a:spcBef>
              <a:buNone/>
            </a:pPr>
            <a:r>
              <a:rPr lang="en-US" sz="550"/>
              <a:t>MSCI ESG Research LLC is a Registered Investment Adviser under the Investment Advisers Act of 1940 and a subsidiary of MSCI Inc.  Except with respect to any applicable products or services from MSCI ESG Research, neither MSCI nor any of its products or services recommends, endorses, approves or otherwise expresses any opinion regarding any issuer, securities, financial products or instruments or trading strategies and MSCI’s products or services are not intended to constitute investment advice or a recommendation to make (or refrain from making) any kind of investment decision and may not be relied on as such. Issuers mentioned or included in any MSCI ESG Research materials may include MSCI Inc., clients of MSCI or suppliers to MSCI, and may also purchase research or other products or services from MSCI ESG Research.  MSCI ESG Research materials, including materials utilized in any MSCI ESG Indexes or other products, have not been submitted to, nor received approval from, the United States Securities and Exchange Commission or any other regulatory body.</a:t>
            </a:r>
          </a:p>
          <a:p>
            <a:pPr marL="0" indent="0">
              <a:spcBef>
                <a:spcPts val="300"/>
              </a:spcBef>
              <a:buNone/>
            </a:pPr>
            <a:r>
              <a:rPr lang="en-US" sz="550"/>
              <a:t>Any use of or access to products, services or information of MSCI requires a license from MSCI. MSCI, Barra, </a:t>
            </a:r>
            <a:r>
              <a:rPr lang="en-US" sz="550" err="1"/>
              <a:t>RiskMetrics</a:t>
            </a:r>
            <a:r>
              <a:rPr lang="en-US" sz="550"/>
              <a:t>, IPD and other MSCI brands and product names are the trademarks, service marks, or registered trademarks of MSCI or its subsidiaries in the United States and other jurisdictions.  The Global Industry Classification Standard (GICS) was developed by and is the exclusive property of MSCI and Standard &amp; Poor’s.  “Global Industry Classification Standard (GICS)” is a service mark of MSCI and Standard &amp; Poor’s.</a:t>
            </a:r>
          </a:p>
          <a:p>
            <a:pPr marL="0" indent="0">
              <a:spcBef>
                <a:spcPts val="300"/>
              </a:spcBef>
              <a:buNone/>
            </a:pPr>
            <a:r>
              <a:rPr lang="en-GB" sz="550"/>
              <a:t>Privacy notice: For information about how MSCI collects and uses personal data, please refer to our Privacy Notice at https://www.msci.com/privacy-pledge.</a:t>
            </a:r>
          </a:p>
        </p:txBody>
      </p:sp>
    </p:spTree>
    <p:extLst>
      <p:ext uri="{BB962C8B-B14F-4D97-AF65-F5344CB8AC3E}">
        <p14:creationId xmlns:p14="http://schemas.microsoft.com/office/powerpoint/2010/main" val="646054658"/>
      </p:ext>
    </p:extLst>
  </p:cSld>
  <p:clrMapOvr>
    <a:masterClrMapping/>
  </p:clrMapOvr>
</p:sld>
</file>

<file path=ppt/theme/theme1.xml><?xml version="1.0" encoding="utf-8"?>
<a:theme xmlns:a="http://schemas.openxmlformats.org/drawingml/2006/main" name="Default Theme">
  <a:themeElements>
    <a:clrScheme name="msci-2021">
      <a:dk1>
        <a:srgbClr val="011B2B"/>
      </a:dk1>
      <a:lt1>
        <a:sysClr val="window" lastClr="FFFFFF"/>
      </a:lt1>
      <a:dk2>
        <a:srgbClr val="73787C"/>
      </a:dk2>
      <a:lt2>
        <a:srgbClr val="C6C8C8"/>
      </a:lt2>
      <a:accent1>
        <a:srgbClr val="0626A9"/>
      </a:accent1>
      <a:accent2>
        <a:srgbClr val="FFC62D"/>
      </a:accent2>
      <a:accent3>
        <a:srgbClr val="00C4B3"/>
      </a:accent3>
      <a:accent4>
        <a:srgbClr val="E44261"/>
      </a:accent4>
      <a:accent5>
        <a:srgbClr val="00945E"/>
      </a:accent5>
      <a:accent6>
        <a:srgbClr val="F08900"/>
      </a:accent6>
      <a:hlink>
        <a:srgbClr val="3751BA"/>
      </a:hlink>
      <a:folHlink>
        <a:srgbClr val="5987DA"/>
      </a:folHlink>
    </a:clrScheme>
    <a:fontScheme name="Custom 1">
      <a:majorFont>
        <a:latin typeface="Roboto"/>
        <a:ea typeface=""/>
        <a:cs typeface=""/>
      </a:majorFont>
      <a:minorFont>
        <a:latin typeface="Robo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fault Theme" id="{38B48668-A2E3-4997-8BBF-35E27133C96F}" vid="{489D0FC7-416C-4678-84CF-95E4FA3C50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85E2756-7461-4161-97A8-FEDDABC477F5}">
  <we:reference id="f5f369e5-aa35-49d7-ad7b-638152ddb008" version="1.0.0.0" store="EXCatalog" storeType="EXCatalog"/>
  <we:alternateReferences>
    <we:reference id="WA200010001" version="1.0.0.0" store="en-US" storeType="OMEX"/>
  </we:alternateReferences>
  <we:properties>
    <we:property name="Office.AutoShowTaskpaneWithDocument" value="true"/>
    <we:property name="claude.fileId" value="&quot;19ebda20-ac9b-4a92-9dee-a6cd8ecb19a0&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73e4cd0d-96d3-46e3-9ad4-f07c61f44818">
      <Terms xmlns="http://schemas.microsoft.com/office/infopath/2007/PartnerControls"/>
    </lcf76f155ced4ddcb4097134ff3c332f>
    <TaxCatchAll xmlns="5165f318-6c8a-47cb-bc94-5494f2633e2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864FD8422A046A27FB88C48756EE5" ma:contentTypeVersion="17" ma:contentTypeDescription="Create a new document." ma:contentTypeScope="" ma:versionID="144022a35621f0eca9a03865bf78fe95">
  <xsd:schema xmlns:xsd="http://www.w3.org/2001/XMLSchema" xmlns:xs="http://www.w3.org/2001/XMLSchema" xmlns:p="http://schemas.microsoft.com/office/2006/metadata/properties" xmlns:ns1="http://schemas.microsoft.com/sharepoint/v3" xmlns:ns2="73e4cd0d-96d3-46e3-9ad4-f07c61f44818" xmlns:ns3="5165f318-6c8a-47cb-bc94-5494f2633e2d" targetNamespace="http://schemas.microsoft.com/office/2006/metadata/properties" ma:root="true" ma:fieldsID="88256bdda7caea138c399df6a85adcc4" ns1:_="" ns2:_="" ns3:_="">
    <xsd:import namespace="http://schemas.microsoft.com/sharepoint/v3"/>
    <xsd:import namespace="73e4cd0d-96d3-46e3-9ad4-f07c61f44818"/>
    <xsd:import namespace="5165f318-6c8a-47cb-bc94-5494f2633e2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1:_ip_UnifiedCompliancePolicyProperties" minOccurs="0"/>
                <xsd:element ref="ns1:_ip_UnifiedCompliancePolicyUIAction"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e4cd0d-96d3-46e3-9ad4-f07c61f448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3bc56409-cc1e-4b4f-b6ba-23d98140628a"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165f318-6c8a-47cb-bc94-5494f2633e2d"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4b3a6430-2941-45f3-ae5c-671bc911f7b3}" ma:internalName="TaxCatchAll" ma:showField="CatchAllData" ma:web="5165f318-6c8a-47cb-bc94-5494f2633e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938462-DF37-43A8-80C7-B729C0401083}">
  <ds:schemaRefs>
    <ds:schemaRef ds:uri="http://schemas.openxmlformats.org/package/2006/metadata/core-properties"/>
    <ds:schemaRef ds:uri="http://purl.org/dc/terms/"/>
    <ds:schemaRef ds:uri="http://schemas.microsoft.com/office/2006/documentManagement/types"/>
    <ds:schemaRef ds:uri="http://www.w3.org/XML/1998/namespace"/>
    <ds:schemaRef ds:uri="5165f318-6c8a-47cb-bc94-5494f2633e2d"/>
    <ds:schemaRef ds:uri="http://purl.org/dc/dcmitype/"/>
    <ds:schemaRef ds:uri="http://schemas.microsoft.com/sharepoint/v3"/>
    <ds:schemaRef ds:uri="http://schemas.microsoft.com/office/infopath/2007/PartnerControls"/>
    <ds:schemaRef ds:uri="73e4cd0d-96d3-46e3-9ad4-f07c61f44818"/>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81B320AD-4F39-4133-BEEB-539899899DAE}">
  <ds:schemaRefs>
    <ds:schemaRef ds:uri="5165f318-6c8a-47cb-bc94-5494f2633e2d"/>
    <ds:schemaRef ds:uri="73e4cd0d-96d3-46e3-9ad4-f07c61f448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5026EB6-DDC3-4EE0-BF06-B5C32D8FFD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Default Theme</Template>
  <TotalTime>8897</TotalTime>
  <Words>2446</Words>
  <Application>Microsoft Office PowerPoint</Application>
  <PresentationFormat>On-screen Show (16:9)</PresentationFormat>
  <Paragraphs>174</Paragraphs>
  <Slides>16</Slides>
  <Notes>4</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Default Theme</vt:lpstr>
      <vt:lpstr>CliCS - Personas</vt:lpstr>
      <vt:lpstr>CliCS – Personas – Why &amp; Next Steps</vt:lpstr>
      <vt:lpstr>The Persona classification is an extension of CliCS</vt:lpstr>
      <vt:lpstr>Design Principles</vt:lpstr>
      <vt:lpstr>Job Levels – Core Personas</vt:lpstr>
      <vt:lpstr>Personas revisions - timing</vt:lpstr>
      <vt:lpstr>Asset Managers – Core Personas</vt:lpstr>
      <vt:lpstr>Asset Owners – Core Personas</vt:lpstr>
      <vt:lpstr>Wealth Managers – Core Personas</vt:lpstr>
      <vt:lpstr>Corporates &amp; Advisors – Core Personas</vt:lpstr>
      <vt:lpstr>Hedge Fund Managers – Core Personas </vt:lpstr>
      <vt:lpstr>Banking &amp; Brokerages – Core Personas (1 of 2)</vt:lpstr>
      <vt:lpstr>Banking &amp; Brokerages – Core Personas (2 of 2)</vt:lpstr>
      <vt:lpstr>Insurance Companies – Core Personas</vt:lpstr>
      <vt:lpstr>Exchanges &amp; Vendors – Core Personas</vt:lpstr>
      <vt:lpstr>Notice and disclaimer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TAN</dc:creator>
  <cp:lastModifiedBy>Gaud, Naina</cp:lastModifiedBy>
  <cp:revision>141</cp:revision>
  <cp:lastPrinted>2021-08-30T17:32:30Z</cp:lastPrinted>
  <dcterms:created xsi:type="dcterms:W3CDTF">2021-07-26T17:01:51Z</dcterms:created>
  <dcterms:modified xsi:type="dcterms:W3CDTF">2026-08-19T21:44:45Z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0x010100D1AF1F6722D67343A9FCE15C22642385</vt:lpwstr>
  </property>
  <property fmtid="{D5CDD505-2E9C-101B-9397-08002B2CF9AE}" pid="3" name="MSIP_Label_b60f8386-55a0-404e-9dce-4d5bc8b309d8_Enabled">
    <vt:lpwstr>true</vt:lpwstr>
  </property>
  <property fmtid="{D5CDD505-2E9C-101B-9397-08002B2CF9AE}" pid="4" name="MSIP_Label_b60f8386-55a0-404e-9dce-4d5bc8b309d8_SetDate">
    <vt:lpwstr>2022-05-31T04:41:33Z</vt:lpwstr>
  </property>
  <property fmtid="{D5CDD505-2E9C-101B-9397-08002B2CF9AE}" pid="5" name="MSIP_Label_b60f8386-55a0-404e-9dce-4d5bc8b309d8_Method">
    <vt:lpwstr>Standard</vt:lpwstr>
  </property>
  <property fmtid="{D5CDD505-2E9C-101B-9397-08002B2CF9AE}" pid="6" name="MSIP_Label_b60f8386-55a0-404e-9dce-4d5bc8b309d8_Name">
    <vt:lpwstr>b60f8386-55a0-404e-9dce-4d5bc8b309d8</vt:lpwstr>
  </property>
  <property fmtid="{D5CDD505-2E9C-101B-9397-08002B2CF9AE}" pid="7" name="MSIP_Label_b60f8386-55a0-404e-9dce-4d5bc8b309d8_SiteId">
    <vt:lpwstr>7a9376d4-7c43-480f-82ba-a090647f651d</vt:lpwstr>
  </property>
  <property fmtid="{D5CDD505-2E9C-101B-9397-08002B2CF9AE}" pid="8" name="MSIP_Label_b60f8386-55a0-404e-9dce-4d5bc8b309d8_ActionId">
    <vt:lpwstr>e5611f60-342b-483e-b45a-9193b3cce902</vt:lpwstr>
  </property>
  <property fmtid="{D5CDD505-2E9C-101B-9397-08002B2CF9AE}" pid="9" name="MSIP_Label_b60f8386-55a0-404e-9dce-4d5bc8b309d8_ContentBits">
    <vt:lpwstr>2</vt:lpwstr>
  </property>
  <property fmtid="{D5CDD505-2E9C-101B-9397-08002B2CF9AE}" pid="10" name="MediaServiceImageTags">
    <vt:lpwstr/>
  </property>
</Properties>
</file>